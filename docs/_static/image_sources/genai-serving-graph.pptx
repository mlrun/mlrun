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864" r:id="rId2"/>
  </p:sldMasterIdLst>
  <p:sldIdLst>
    <p:sldId id="257" r:id="rId3"/>
  </p:sldIdLst>
  <p:sldSz cx="12192000" cy="6858000"/>
  <p:notesSz cx="7102475" cy="9388475"/>
  <p:custDataLst>
    <p:tags r:id="rId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694"/>
  </p:normalViewPr>
  <p:slideViewPr>
    <p:cSldViewPr snapToGrid="0">
      <p:cViewPr varScale="1">
        <p:scale>
          <a:sx n="120" d="100"/>
          <a:sy n="120" d="100"/>
        </p:scale>
        <p:origin x="18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30.xml"/><Relationship Id="rId13" Type="http://schemas.openxmlformats.org/officeDocument/2006/relationships/image" Target="../media/image6.svg"/><Relationship Id="rId3" Type="http://schemas.openxmlformats.org/officeDocument/2006/relationships/tags" Target="../tags/tag25.xml"/><Relationship Id="rId7" Type="http://schemas.openxmlformats.org/officeDocument/2006/relationships/tags" Target="../tags/tag29.xml"/><Relationship Id="rId12" Type="http://schemas.openxmlformats.org/officeDocument/2006/relationships/image" Target="../media/image5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11" Type="http://schemas.openxmlformats.org/officeDocument/2006/relationships/image" Target="../media/image4.jpg"/><Relationship Id="rId5" Type="http://schemas.openxmlformats.org/officeDocument/2006/relationships/tags" Target="../tags/tag27.xml"/><Relationship Id="rId15" Type="http://schemas.openxmlformats.org/officeDocument/2006/relationships/image" Target="../media/image7.emf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6.xml"/><Relationship Id="rId9" Type="http://schemas.openxmlformats.org/officeDocument/2006/relationships/tags" Target="../tags/tag31.xml"/><Relationship Id="rId1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34.xml"/><Relationship Id="rId7" Type="http://schemas.openxmlformats.org/officeDocument/2006/relationships/tags" Target="../tags/tag38.xml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tags" Target="../tags/tag37.xml"/><Relationship Id="rId5" Type="http://schemas.openxmlformats.org/officeDocument/2006/relationships/tags" Target="../tags/tag36.xml"/><Relationship Id="rId10" Type="http://schemas.openxmlformats.org/officeDocument/2006/relationships/image" Target="../media/image1.emf"/><Relationship Id="rId4" Type="http://schemas.openxmlformats.org/officeDocument/2006/relationships/tags" Target="../tags/tag35.xml"/><Relationship Id="rId9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tags" Target="../tags/tag49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6" Type="http://schemas.openxmlformats.org/officeDocument/2006/relationships/tags" Target="../tags/tag52.xml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9" Type="http://schemas.openxmlformats.org/officeDocument/2006/relationships/image" Target="../media/image8.emf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55.xml"/><Relationship Id="rId7" Type="http://schemas.openxmlformats.org/officeDocument/2006/relationships/tags" Target="../tags/tag59.xml"/><Relationship Id="rId2" Type="http://schemas.openxmlformats.org/officeDocument/2006/relationships/tags" Target="../tags/tag54.xml"/><Relationship Id="rId1" Type="http://schemas.openxmlformats.org/officeDocument/2006/relationships/tags" Target="../tags/tag53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10" Type="http://schemas.openxmlformats.org/officeDocument/2006/relationships/image" Target="../media/image8.emf"/><Relationship Id="rId4" Type="http://schemas.openxmlformats.org/officeDocument/2006/relationships/tags" Target="../tags/tag56.xml"/><Relationship Id="rId9" Type="http://schemas.openxmlformats.org/officeDocument/2006/relationships/oleObject" Target="../embeddings/oleObject5.bin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tags" Target="../tags/tag67.xml"/><Relationship Id="rId3" Type="http://schemas.openxmlformats.org/officeDocument/2006/relationships/tags" Target="../tags/tag62.xml"/><Relationship Id="rId7" Type="http://schemas.openxmlformats.org/officeDocument/2006/relationships/tags" Target="../tags/tag66.xml"/><Relationship Id="rId12" Type="http://schemas.openxmlformats.org/officeDocument/2006/relationships/image" Target="../media/image1.emf"/><Relationship Id="rId2" Type="http://schemas.openxmlformats.org/officeDocument/2006/relationships/tags" Target="../tags/tag61.xml"/><Relationship Id="rId1" Type="http://schemas.openxmlformats.org/officeDocument/2006/relationships/tags" Target="../tags/tag60.xml"/><Relationship Id="rId6" Type="http://schemas.openxmlformats.org/officeDocument/2006/relationships/tags" Target="../tags/tag65.xml"/><Relationship Id="rId11" Type="http://schemas.openxmlformats.org/officeDocument/2006/relationships/oleObject" Target="../embeddings/oleObject6.bin"/><Relationship Id="rId5" Type="http://schemas.openxmlformats.org/officeDocument/2006/relationships/tags" Target="../tags/tag64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63.xml"/><Relationship Id="rId9" Type="http://schemas.openxmlformats.org/officeDocument/2006/relationships/tags" Target="../tags/tag68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tags" Target="../tags/tag76.xml"/><Relationship Id="rId3" Type="http://schemas.openxmlformats.org/officeDocument/2006/relationships/tags" Target="../tags/tag71.xml"/><Relationship Id="rId7" Type="http://schemas.openxmlformats.org/officeDocument/2006/relationships/tags" Target="../tags/tag75.xml"/><Relationship Id="rId12" Type="http://schemas.openxmlformats.org/officeDocument/2006/relationships/image" Target="../media/image1.emf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6" Type="http://schemas.openxmlformats.org/officeDocument/2006/relationships/tags" Target="../tags/tag74.xml"/><Relationship Id="rId11" Type="http://schemas.openxmlformats.org/officeDocument/2006/relationships/oleObject" Target="../embeddings/oleObject7.bin"/><Relationship Id="rId5" Type="http://schemas.openxmlformats.org/officeDocument/2006/relationships/tags" Target="../tags/tag73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72.xml"/><Relationship Id="rId9" Type="http://schemas.openxmlformats.org/officeDocument/2006/relationships/tags" Target="../tags/tag77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5.xml"/><Relationship Id="rId3" Type="http://schemas.openxmlformats.org/officeDocument/2006/relationships/tags" Target="../tags/tag80.xml"/><Relationship Id="rId7" Type="http://schemas.openxmlformats.org/officeDocument/2006/relationships/tags" Target="../tags/tag84.xml"/><Relationship Id="rId12" Type="http://schemas.openxmlformats.org/officeDocument/2006/relationships/image" Target="../media/image1.emf"/><Relationship Id="rId2" Type="http://schemas.openxmlformats.org/officeDocument/2006/relationships/tags" Target="../tags/tag79.xml"/><Relationship Id="rId1" Type="http://schemas.openxmlformats.org/officeDocument/2006/relationships/tags" Target="../tags/tag78.xml"/><Relationship Id="rId6" Type="http://schemas.openxmlformats.org/officeDocument/2006/relationships/tags" Target="../tags/tag83.xml"/><Relationship Id="rId11" Type="http://schemas.openxmlformats.org/officeDocument/2006/relationships/oleObject" Target="../embeddings/oleObject8.bin"/><Relationship Id="rId5" Type="http://schemas.openxmlformats.org/officeDocument/2006/relationships/tags" Target="../tags/tag82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81.xml"/><Relationship Id="rId9" Type="http://schemas.openxmlformats.org/officeDocument/2006/relationships/tags" Target="../tags/tag86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image" Target="../media/image9.emf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6" Type="http://schemas.openxmlformats.org/officeDocument/2006/relationships/tags" Target="../tags/tag92.xml"/><Relationship Id="rId11" Type="http://schemas.openxmlformats.org/officeDocument/2006/relationships/oleObject" Target="../embeddings/oleObject9.bin"/><Relationship Id="rId5" Type="http://schemas.openxmlformats.org/officeDocument/2006/relationships/tags" Target="../tags/tag91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0.xml"/><Relationship Id="rId9" Type="http://schemas.openxmlformats.org/officeDocument/2006/relationships/tags" Target="../tags/tag95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3.xml"/><Relationship Id="rId3" Type="http://schemas.openxmlformats.org/officeDocument/2006/relationships/tags" Target="../tags/tag98.xml"/><Relationship Id="rId7" Type="http://schemas.openxmlformats.org/officeDocument/2006/relationships/tags" Target="../tags/tag102.xml"/><Relationship Id="rId12" Type="http://schemas.openxmlformats.org/officeDocument/2006/relationships/image" Target="../media/image1.emf"/><Relationship Id="rId2" Type="http://schemas.openxmlformats.org/officeDocument/2006/relationships/tags" Target="../tags/tag97.xml"/><Relationship Id="rId1" Type="http://schemas.openxmlformats.org/officeDocument/2006/relationships/tags" Target="../tags/tag96.xml"/><Relationship Id="rId6" Type="http://schemas.openxmlformats.org/officeDocument/2006/relationships/tags" Target="../tags/tag101.xml"/><Relationship Id="rId11" Type="http://schemas.openxmlformats.org/officeDocument/2006/relationships/oleObject" Target="../embeddings/oleObject8.bin"/><Relationship Id="rId5" Type="http://schemas.openxmlformats.org/officeDocument/2006/relationships/tags" Target="../tags/tag10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9.xml"/><Relationship Id="rId9" Type="http://schemas.openxmlformats.org/officeDocument/2006/relationships/tags" Target="../tags/tag104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tags" Target="../tags/tag105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09.xml"/><Relationship Id="rId4" Type="http://schemas.openxmlformats.org/officeDocument/2006/relationships/tags" Target="../tags/tag108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tags" Target="../tags/tag112.xml"/><Relationship Id="rId2" Type="http://schemas.openxmlformats.org/officeDocument/2006/relationships/tags" Target="../tags/tag111.xml"/><Relationship Id="rId1" Type="http://schemas.openxmlformats.org/officeDocument/2006/relationships/tags" Target="../tags/tag110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13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tags" Target="../tags/tag116.xml"/><Relationship Id="rId7" Type="http://schemas.openxmlformats.org/officeDocument/2006/relationships/image" Target="../media/image10.png"/><Relationship Id="rId2" Type="http://schemas.openxmlformats.org/officeDocument/2006/relationships/tags" Target="../tags/tag115.xml"/><Relationship Id="rId1" Type="http://schemas.openxmlformats.org/officeDocument/2006/relationships/tags" Target="../tags/tag114.xml"/><Relationship Id="rId6" Type="http://schemas.openxmlformats.org/officeDocument/2006/relationships/image" Target="../media/image4.jpg"/><Relationship Id="rId5" Type="http://schemas.openxmlformats.org/officeDocument/2006/relationships/slideMaster" Target="../slideMasters/slideMaster1.xml"/><Relationship Id="rId10" Type="http://schemas.openxmlformats.org/officeDocument/2006/relationships/image" Target="../media/image7.emf"/><Relationship Id="rId4" Type="http://schemas.openxmlformats.org/officeDocument/2006/relationships/tags" Target="../tags/tag117.xml"/><Relationship Id="rId9" Type="http://schemas.openxmlformats.org/officeDocument/2006/relationships/oleObject" Target="../embeddings/oleObject10.bin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46.xml"/><Relationship Id="rId13" Type="http://schemas.openxmlformats.org/officeDocument/2006/relationships/image" Target="../media/image6.svg"/><Relationship Id="rId3" Type="http://schemas.openxmlformats.org/officeDocument/2006/relationships/tags" Target="../tags/tag141.xml"/><Relationship Id="rId7" Type="http://schemas.openxmlformats.org/officeDocument/2006/relationships/tags" Target="../tags/tag145.xml"/><Relationship Id="rId12" Type="http://schemas.openxmlformats.org/officeDocument/2006/relationships/image" Target="../media/image5.png"/><Relationship Id="rId2" Type="http://schemas.openxmlformats.org/officeDocument/2006/relationships/tags" Target="../tags/tag140.xml"/><Relationship Id="rId1" Type="http://schemas.openxmlformats.org/officeDocument/2006/relationships/tags" Target="../tags/tag139.xml"/><Relationship Id="rId6" Type="http://schemas.openxmlformats.org/officeDocument/2006/relationships/tags" Target="../tags/tag144.xml"/><Relationship Id="rId11" Type="http://schemas.openxmlformats.org/officeDocument/2006/relationships/image" Target="../media/image4.jpg"/><Relationship Id="rId5" Type="http://schemas.openxmlformats.org/officeDocument/2006/relationships/tags" Target="../tags/tag143.xml"/><Relationship Id="rId15" Type="http://schemas.openxmlformats.org/officeDocument/2006/relationships/image" Target="../media/image7.emf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42.xml"/><Relationship Id="rId9" Type="http://schemas.openxmlformats.org/officeDocument/2006/relationships/tags" Target="../tags/tag147.xml"/><Relationship Id="rId14" Type="http://schemas.openxmlformats.org/officeDocument/2006/relationships/oleObject" Target="../embeddings/oleObject12.bin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5" Type="http://schemas.openxmlformats.org/officeDocument/2006/relationships/tags" Target="../tags/tag152.xml"/><Relationship Id="rId10" Type="http://schemas.openxmlformats.org/officeDocument/2006/relationships/image" Target="../media/image1.emf"/><Relationship Id="rId4" Type="http://schemas.openxmlformats.org/officeDocument/2006/relationships/tags" Target="../tags/tag151.xml"/><Relationship Id="rId9" Type="http://schemas.openxmlformats.org/officeDocument/2006/relationships/oleObject" Target="../embeddings/oleObject13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57.xml"/><Relationship Id="rId2" Type="http://schemas.openxmlformats.org/officeDocument/2006/relationships/tags" Target="../tags/tag156.xml"/><Relationship Id="rId1" Type="http://schemas.openxmlformats.org/officeDocument/2006/relationships/tags" Target="../tags/tag155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158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61.xml"/><Relationship Id="rId2" Type="http://schemas.openxmlformats.org/officeDocument/2006/relationships/tags" Target="../tags/tag160.xml"/><Relationship Id="rId1" Type="http://schemas.openxmlformats.org/officeDocument/2006/relationships/tags" Target="../tags/tag159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162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.bin"/><Relationship Id="rId3" Type="http://schemas.openxmlformats.org/officeDocument/2006/relationships/tags" Target="../tags/tag165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164.xml"/><Relationship Id="rId1" Type="http://schemas.openxmlformats.org/officeDocument/2006/relationships/tags" Target="../tags/tag163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9" Type="http://schemas.openxmlformats.org/officeDocument/2006/relationships/image" Target="../media/image8.emf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171.xml"/><Relationship Id="rId7" Type="http://schemas.openxmlformats.org/officeDocument/2006/relationships/tags" Target="../tags/tag175.xml"/><Relationship Id="rId2" Type="http://schemas.openxmlformats.org/officeDocument/2006/relationships/tags" Target="../tags/tag170.xml"/><Relationship Id="rId1" Type="http://schemas.openxmlformats.org/officeDocument/2006/relationships/tags" Target="../tags/tag169.xml"/><Relationship Id="rId6" Type="http://schemas.openxmlformats.org/officeDocument/2006/relationships/tags" Target="../tags/tag174.xml"/><Relationship Id="rId5" Type="http://schemas.openxmlformats.org/officeDocument/2006/relationships/tags" Target="../tags/tag173.xml"/><Relationship Id="rId10" Type="http://schemas.openxmlformats.org/officeDocument/2006/relationships/image" Target="../media/image8.emf"/><Relationship Id="rId4" Type="http://schemas.openxmlformats.org/officeDocument/2006/relationships/tags" Target="../tags/tag172.xml"/><Relationship Id="rId9" Type="http://schemas.openxmlformats.org/officeDocument/2006/relationships/oleObject" Target="../embeddings/oleObject15.bin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183.xml"/><Relationship Id="rId3" Type="http://schemas.openxmlformats.org/officeDocument/2006/relationships/tags" Target="../tags/tag178.xml"/><Relationship Id="rId7" Type="http://schemas.openxmlformats.org/officeDocument/2006/relationships/tags" Target="../tags/tag182.xml"/><Relationship Id="rId12" Type="http://schemas.openxmlformats.org/officeDocument/2006/relationships/image" Target="../media/image1.emf"/><Relationship Id="rId2" Type="http://schemas.openxmlformats.org/officeDocument/2006/relationships/tags" Target="../tags/tag177.xml"/><Relationship Id="rId1" Type="http://schemas.openxmlformats.org/officeDocument/2006/relationships/tags" Target="../tags/tag176.xml"/><Relationship Id="rId6" Type="http://schemas.openxmlformats.org/officeDocument/2006/relationships/tags" Target="../tags/tag181.xml"/><Relationship Id="rId11" Type="http://schemas.openxmlformats.org/officeDocument/2006/relationships/oleObject" Target="../embeddings/oleObject16.bin"/><Relationship Id="rId5" Type="http://schemas.openxmlformats.org/officeDocument/2006/relationships/tags" Target="../tags/tag180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79.xml"/><Relationship Id="rId9" Type="http://schemas.openxmlformats.org/officeDocument/2006/relationships/tags" Target="../tags/tag184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192.xml"/><Relationship Id="rId3" Type="http://schemas.openxmlformats.org/officeDocument/2006/relationships/tags" Target="../tags/tag187.xml"/><Relationship Id="rId7" Type="http://schemas.openxmlformats.org/officeDocument/2006/relationships/tags" Target="../tags/tag191.xml"/><Relationship Id="rId12" Type="http://schemas.openxmlformats.org/officeDocument/2006/relationships/image" Target="../media/image1.emf"/><Relationship Id="rId2" Type="http://schemas.openxmlformats.org/officeDocument/2006/relationships/tags" Target="../tags/tag186.xml"/><Relationship Id="rId1" Type="http://schemas.openxmlformats.org/officeDocument/2006/relationships/tags" Target="../tags/tag185.xml"/><Relationship Id="rId6" Type="http://schemas.openxmlformats.org/officeDocument/2006/relationships/tags" Target="../tags/tag190.xml"/><Relationship Id="rId11" Type="http://schemas.openxmlformats.org/officeDocument/2006/relationships/oleObject" Target="../embeddings/oleObject17.bin"/><Relationship Id="rId5" Type="http://schemas.openxmlformats.org/officeDocument/2006/relationships/tags" Target="../tags/tag189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88.xml"/><Relationship Id="rId9" Type="http://schemas.openxmlformats.org/officeDocument/2006/relationships/tags" Target="../tags/tag193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201.xml"/><Relationship Id="rId3" Type="http://schemas.openxmlformats.org/officeDocument/2006/relationships/tags" Target="../tags/tag196.xml"/><Relationship Id="rId7" Type="http://schemas.openxmlformats.org/officeDocument/2006/relationships/tags" Target="../tags/tag200.xml"/><Relationship Id="rId12" Type="http://schemas.openxmlformats.org/officeDocument/2006/relationships/image" Target="../media/image14.emf"/><Relationship Id="rId2" Type="http://schemas.openxmlformats.org/officeDocument/2006/relationships/tags" Target="../tags/tag195.xml"/><Relationship Id="rId1" Type="http://schemas.openxmlformats.org/officeDocument/2006/relationships/tags" Target="../tags/tag194.xml"/><Relationship Id="rId6" Type="http://schemas.openxmlformats.org/officeDocument/2006/relationships/tags" Target="../tags/tag199.xml"/><Relationship Id="rId11" Type="http://schemas.openxmlformats.org/officeDocument/2006/relationships/oleObject" Target="../embeddings/oleObject18.bin"/><Relationship Id="rId5" Type="http://schemas.openxmlformats.org/officeDocument/2006/relationships/tags" Target="../tags/tag198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97.xml"/><Relationship Id="rId9" Type="http://schemas.openxmlformats.org/officeDocument/2006/relationships/tags" Target="../tags/tag202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tags" Target="../tags/tag210.xml"/><Relationship Id="rId3" Type="http://schemas.openxmlformats.org/officeDocument/2006/relationships/tags" Target="../tags/tag205.xml"/><Relationship Id="rId7" Type="http://schemas.openxmlformats.org/officeDocument/2006/relationships/tags" Target="../tags/tag209.xml"/><Relationship Id="rId12" Type="http://schemas.openxmlformats.org/officeDocument/2006/relationships/image" Target="../media/image1.emf"/><Relationship Id="rId2" Type="http://schemas.openxmlformats.org/officeDocument/2006/relationships/tags" Target="../tags/tag204.xml"/><Relationship Id="rId1" Type="http://schemas.openxmlformats.org/officeDocument/2006/relationships/tags" Target="../tags/tag203.xml"/><Relationship Id="rId6" Type="http://schemas.openxmlformats.org/officeDocument/2006/relationships/tags" Target="../tags/tag208.xml"/><Relationship Id="rId11" Type="http://schemas.openxmlformats.org/officeDocument/2006/relationships/oleObject" Target="../embeddings/oleObject19.bin"/><Relationship Id="rId5" Type="http://schemas.openxmlformats.org/officeDocument/2006/relationships/tags" Target="../tags/tag207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06.xml"/><Relationship Id="rId9" Type="http://schemas.openxmlformats.org/officeDocument/2006/relationships/tags" Target="../tags/tag211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219.xml"/><Relationship Id="rId3" Type="http://schemas.openxmlformats.org/officeDocument/2006/relationships/tags" Target="../tags/tag214.xml"/><Relationship Id="rId7" Type="http://schemas.openxmlformats.org/officeDocument/2006/relationships/tags" Target="../tags/tag218.xml"/><Relationship Id="rId12" Type="http://schemas.openxmlformats.org/officeDocument/2006/relationships/image" Target="../media/image14.emf"/><Relationship Id="rId2" Type="http://schemas.openxmlformats.org/officeDocument/2006/relationships/tags" Target="../tags/tag213.xml"/><Relationship Id="rId1" Type="http://schemas.openxmlformats.org/officeDocument/2006/relationships/tags" Target="../tags/tag212.xml"/><Relationship Id="rId6" Type="http://schemas.openxmlformats.org/officeDocument/2006/relationships/tags" Target="../tags/tag217.xml"/><Relationship Id="rId11" Type="http://schemas.openxmlformats.org/officeDocument/2006/relationships/oleObject" Target="../embeddings/oleObject20.bin"/><Relationship Id="rId5" Type="http://schemas.openxmlformats.org/officeDocument/2006/relationships/tags" Target="../tags/tag216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15.xml"/><Relationship Id="rId9" Type="http://schemas.openxmlformats.org/officeDocument/2006/relationships/tags" Target="../tags/tag220.xml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228.xml"/><Relationship Id="rId3" Type="http://schemas.openxmlformats.org/officeDocument/2006/relationships/tags" Target="../tags/tag223.xml"/><Relationship Id="rId7" Type="http://schemas.openxmlformats.org/officeDocument/2006/relationships/tags" Target="../tags/tag227.xml"/><Relationship Id="rId12" Type="http://schemas.openxmlformats.org/officeDocument/2006/relationships/image" Target="../media/image14.emf"/><Relationship Id="rId2" Type="http://schemas.openxmlformats.org/officeDocument/2006/relationships/tags" Target="../tags/tag222.xml"/><Relationship Id="rId1" Type="http://schemas.openxmlformats.org/officeDocument/2006/relationships/tags" Target="../tags/tag221.xml"/><Relationship Id="rId6" Type="http://schemas.openxmlformats.org/officeDocument/2006/relationships/tags" Target="../tags/tag226.xml"/><Relationship Id="rId11" Type="http://schemas.openxmlformats.org/officeDocument/2006/relationships/oleObject" Target="../embeddings/oleObject21.bin"/><Relationship Id="rId5" Type="http://schemas.openxmlformats.org/officeDocument/2006/relationships/tags" Target="../tags/tag225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24.xml"/><Relationship Id="rId9" Type="http://schemas.openxmlformats.org/officeDocument/2006/relationships/tags" Target="../tags/tag229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237.xml"/><Relationship Id="rId3" Type="http://schemas.openxmlformats.org/officeDocument/2006/relationships/tags" Target="../tags/tag232.xml"/><Relationship Id="rId7" Type="http://schemas.openxmlformats.org/officeDocument/2006/relationships/tags" Target="../tags/tag236.xml"/><Relationship Id="rId12" Type="http://schemas.openxmlformats.org/officeDocument/2006/relationships/image" Target="../media/image1.emf"/><Relationship Id="rId2" Type="http://schemas.openxmlformats.org/officeDocument/2006/relationships/tags" Target="../tags/tag231.xml"/><Relationship Id="rId1" Type="http://schemas.openxmlformats.org/officeDocument/2006/relationships/tags" Target="../tags/tag230.xml"/><Relationship Id="rId6" Type="http://schemas.openxmlformats.org/officeDocument/2006/relationships/tags" Target="../tags/tag235.xml"/><Relationship Id="rId11" Type="http://schemas.openxmlformats.org/officeDocument/2006/relationships/oleObject" Target="../embeddings/oleObject22.bin"/><Relationship Id="rId5" Type="http://schemas.openxmlformats.org/officeDocument/2006/relationships/tags" Target="../tags/tag234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33.xml"/><Relationship Id="rId9" Type="http://schemas.openxmlformats.org/officeDocument/2006/relationships/tags" Target="../tags/tag238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246.xml"/><Relationship Id="rId3" Type="http://schemas.openxmlformats.org/officeDocument/2006/relationships/tags" Target="../tags/tag241.xml"/><Relationship Id="rId7" Type="http://schemas.openxmlformats.org/officeDocument/2006/relationships/tags" Target="../tags/tag245.xml"/><Relationship Id="rId12" Type="http://schemas.openxmlformats.org/officeDocument/2006/relationships/image" Target="../media/image1.emf"/><Relationship Id="rId2" Type="http://schemas.openxmlformats.org/officeDocument/2006/relationships/tags" Target="../tags/tag240.xml"/><Relationship Id="rId1" Type="http://schemas.openxmlformats.org/officeDocument/2006/relationships/tags" Target="../tags/tag239.xml"/><Relationship Id="rId6" Type="http://schemas.openxmlformats.org/officeDocument/2006/relationships/tags" Target="../tags/tag244.xml"/><Relationship Id="rId11" Type="http://schemas.openxmlformats.org/officeDocument/2006/relationships/oleObject" Target="../embeddings/oleObject23.bin"/><Relationship Id="rId5" Type="http://schemas.openxmlformats.org/officeDocument/2006/relationships/tags" Target="../tags/tag243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42.xml"/><Relationship Id="rId9" Type="http://schemas.openxmlformats.org/officeDocument/2006/relationships/tags" Target="../tags/tag247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tags" Target="../tags/tag250.xml"/><Relationship Id="rId2" Type="http://schemas.openxmlformats.org/officeDocument/2006/relationships/tags" Target="../tags/tag249.xml"/><Relationship Id="rId1" Type="http://schemas.openxmlformats.org/officeDocument/2006/relationships/tags" Target="../tags/tag248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252.xml"/><Relationship Id="rId4" Type="http://schemas.openxmlformats.org/officeDocument/2006/relationships/tags" Target="../tags/tag25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tags" Target="../tags/tag255.xml"/><Relationship Id="rId2" Type="http://schemas.openxmlformats.org/officeDocument/2006/relationships/tags" Target="../tags/tag254.xml"/><Relationship Id="rId1" Type="http://schemas.openxmlformats.org/officeDocument/2006/relationships/tags" Target="../tags/tag253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256.xml"/></Relationships>
</file>

<file path=ppt/slideLayouts/_rels/slideLayout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tags" Target="../tags/tag259.xml"/><Relationship Id="rId7" Type="http://schemas.openxmlformats.org/officeDocument/2006/relationships/image" Target="../media/image10.png"/><Relationship Id="rId2" Type="http://schemas.openxmlformats.org/officeDocument/2006/relationships/tags" Target="../tags/tag258.xml"/><Relationship Id="rId1" Type="http://schemas.openxmlformats.org/officeDocument/2006/relationships/tags" Target="../tags/tag257.xml"/><Relationship Id="rId6" Type="http://schemas.openxmlformats.org/officeDocument/2006/relationships/image" Target="../media/image4.jpg"/><Relationship Id="rId5" Type="http://schemas.openxmlformats.org/officeDocument/2006/relationships/slideMaster" Target="../slideMasters/slideMaster2.xml"/><Relationship Id="rId10" Type="http://schemas.openxmlformats.org/officeDocument/2006/relationships/image" Target="../media/image7.emf"/><Relationship Id="rId4" Type="http://schemas.openxmlformats.org/officeDocument/2006/relationships/tags" Target="../tags/tag260.xml"/><Relationship Id="rId9" Type="http://schemas.openxmlformats.org/officeDocument/2006/relationships/oleObject" Target="../embeddings/oleObject24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FB5CAFB0-12DB-3ECB-96AD-62B18CAF3BA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344" imgH="344" progId="TCLayout.ActiveDocument.1">
                  <p:embed/>
                </p:oleObj>
              </mc:Choice>
              <mc:Fallback>
                <p:oleObj name="think-cell Slide" r:id="rId14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2025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artnership">
            <a:extLst>
              <a:ext uri="{FF2B5EF4-FFF2-40B4-BE49-F238E27FC236}">
                <a16:creationId xmlns:a16="http://schemas.microsoft.com/office/drawing/2014/main" id="{90886F1E-7A28-AA11-3C3E-8B020F3D98D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44" imgH="344" progId="TCLayout.ActiveDocument.1">
                  <p:embed/>
                </p:oleObj>
              </mc:Choice>
              <mc:Fallback>
                <p:oleObj name="think-cell Slide" r:id="rId9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artnership">
            <a:extLst>
              <a:ext uri="{FF2B5EF4-FFF2-40B4-BE49-F238E27FC236}">
                <a16:creationId xmlns:a16="http://schemas.microsoft.com/office/drawing/2014/main" id="{A820C1EA-1C46-FBE2-06AE-01690E3DC46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344" imgH="344" progId="TCLayout.ActiveDocument.1">
                  <p:embed/>
                </p:oleObj>
              </mc:Choice>
              <mc:Fallback>
                <p:oleObj name="think-cell Slide" r:id="rId14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2025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62BD8777-62CB-D677-D858-25EAEF1734E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344" imgH="344" progId="TCLayout.ActiveDocument.1">
                  <p:embed/>
                </p:oleObj>
              </mc:Choice>
              <mc:Fallback>
                <p:oleObj name="think-cell Slide" r:id="rId9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4.xml"/><Relationship Id="rId26" Type="http://schemas.openxmlformats.org/officeDocument/2006/relationships/tags" Target="../tags/tag12.xml"/><Relationship Id="rId39" Type="http://schemas.openxmlformats.org/officeDocument/2006/relationships/image" Target="../media/image2.png"/><Relationship Id="rId21" Type="http://schemas.openxmlformats.org/officeDocument/2006/relationships/tags" Target="../tags/tag7.xml"/><Relationship Id="rId34" Type="http://schemas.openxmlformats.org/officeDocument/2006/relationships/tags" Target="../tags/tag20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3.xml"/><Relationship Id="rId25" Type="http://schemas.openxmlformats.org/officeDocument/2006/relationships/tags" Target="../tags/tag11.xml"/><Relationship Id="rId33" Type="http://schemas.openxmlformats.org/officeDocument/2006/relationships/tags" Target="../tags/tag19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20" Type="http://schemas.openxmlformats.org/officeDocument/2006/relationships/tags" Target="../tags/tag6.xml"/><Relationship Id="rId29" Type="http://schemas.openxmlformats.org/officeDocument/2006/relationships/tags" Target="../tags/tag1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10.xml"/><Relationship Id="rId32" Type="http://schemas.openxmlformats.org/officeDocument/2006/relationships/tags" Target="../tags/tag18.xml"/><Relationship Id="rId37" Type="http://schemas.openxmlformats.org/officeDocument/2006/relationships/oleObject" Target="../embeddings/oleObject1.bin"/><Relationship Id="rId40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23" Type="http://schemas.openxmlformats.org/officeDocument/2006/relationships/tags" Target="../tags/tag9.xml"/><Relationship Id="rId28" Type="http://schemas.openxmlformats.org/officeDocument/2006/relationships/tags" Target="../tags/tag14.xml"/><Relationship Id="rId36" Type="http://schemas.openxmlformats.org/officeDocument/2006/relationships/tags" Target="../tags/tag2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5.xml"/><Relationship Id="rId31" Type="http://schemas.openxmlformats.org/officeDocument/2006/relationships/tags" Target="../tags/tag17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8.xml"/><Relationship Id="rId27" Type="http://schemas.openxmlformats.org/officeDocument/2006/relationships/tags" Target="../tags/tag13.xml"/><Relationship Id="rId30" Type="http://schemas.openxmlformats.org/officeDocument/2006/relationships/tags" Target="../tags/tag16.xml"/><Relationship Id="rId35" Type="http://schemas.openxmlformats.org/officeDocument/2006/relationships/tags" Target="../tags/tag2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7.xml"/><Relationship Id="rId18" Type="http://schemas.openxmlformats.org/officeDocument/2006/relationships/theme" Target="../theme/theme2.xml"/><Relationship Id="rId26" Type="http://schemas.openxmlformats.org/officeDocument/2006/relationships/tags" Target="../tags/tag125.xml"/><Relationship Id="rId39" Type="http://schemas.openxmlformats.org/officeDocument/2006/relationships/tags" Target="../tags/tag138.xml"/><Relationship Id="rId21" Type="http://schemas.openxmlformats.org/officeDocument/2006/relationships/tags" Target="../tags/tag120.xml"/><Relationship Id="rId34" Type="http://schemas.openxmlformats.org/officeDocument/2006/relationships/tags" Target="../tags/tag133.xml"/><Relationship Id="rId42" Type="http://schemas.openxmlformats.org/officeDocument/2006/relationships/image" Target="../media/image12.png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0" Type="http://schemas.openxmlformats.org/officeDocument/2006/relationships/tags" Target="../tags/tag119.xml"/><Relationship Id="rId29" Type="http://schemas.openxmlformats.org/officeDocument/2006/relationships/tags" Target="../tags/tag128.xml"/><Relationship Id="rId41" Type="http://schemas.openxmlformats.org/officeDocument/2006/relationships/image" Target="../media/image7.emf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24" Type="http://schemas.openxmlformats.org/officeDocument/2006/relationships/tags" Target="../tags/tag123.xml"/><Relationship Id="rId32" Type="http://schemas.openxmlformats.org/officeDocument/2006/relationships/tags" Target="../tags/tag131.xml"/><Relationship Id="rId37" Type="http://schemas.openxmlformats.org/officeDocument/2006/relationships/tags" Target="../tags/tag136.xml"/><Relationship Id="rId40" Type="http://schemas.openxmlformats.org/officeDocument/2006/relationships/oleObject" Target="../embeddings/oleObject11.bin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23" Type="http://schemas.openxmlformats.org/officeDocument/2006/relationships/tags" Target="../tags/tag122.xml"/><Relationship Id="rId28" Type="http://schemas.openxmlformats.org/officeDocument/2006/relationships/tags" Target="../tags/tag127.xml"/><Relationship Id="rId36" Type="http://schemas.openxmlformats.org/officeDocument/2006/relationships/tags" Target="../tags/tag135.xml"/><Relationship Id="rId10" Type="http://schemas.openxmlformats.org/officeDocument/2006/relationships/slideLayout" Target="../slideLayouts/slideLayout24.xml"/><Relationship Id="rId19" Type="http://schemas.openxmlformats.org/officeDocument/2006/relationships/tags" Target="../tags/tag118.xml"/><Relationship Id="rId31" Type="http://schemas.openxmlformats.org/officeDocument/2006/relationships/tags" Target="../tags/tag130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Relationship Id="rId22" Type="http://schemas.openxmlformats.org/officeDocument/2006/relationships/tags" Target="../tags/tag121.xml"/><Relationship Id="rId27" Type="http://schemas.openxmlformats.org/officeDocument/2006/relationships/tags" Target="../tags/tag126.xml"/><Relationship Id="rId30" Type="http://schemas.openxmlformats.org/officeDocument/2006/relationships/tags" Target="../tags/tag129.xml"/><Relationship Id="rId35" Type="http://schemas.openxmlformats.org/officeDocument/2006/relationships/tags" Target="../tags/tag134.xml"/><Relationship Id="rId43" Type="http://schemas.openxmlformats.org/officeDocument/2006/relationships/image" Target="../media/image13.svg"/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5" Type="http://schemas.openxmlformats.org/officeDocument/2006/relationships/tags" Target="../tags/tag124.xml"/><Relationship Id="rId33" Type="http://schemas.openxmlformats.org/officeDocument/2006/relationships/tags" Target="../tags/tag132.xml"/><Relationship Id="rId38" Type="http://schemas.openxmlformats.org/officeDocument/2006/relationships/tags" Target="../tags/tag1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91ADC1A7-FC71-3C6A-D541-037DA081CE0E}"/>
              </a:ext>
            </a:extLst>
          </p:cNvPr>
          <p:cNvSpPr/>
          <p:nvPr/>
        </p:nvSpPr>
        <p:spPr>
          <a:xfrm>
            <a:off x="4936049" y="240481"/>
            <a:ext cx="1702676" cy="842407"/>
          </a:xfrm>
          <a:prstGeom prst="ellipse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2912A1-BDE3-4F97-E537-5CB6BE3075D7}"/>
              </a:ext>
            </a:extLst>
          </p:cNvPr>
          <p:cNvSpPr txBox="1"/>
          <p:nvPr/>
        </p:nvSpPr>
        <p:spPr>
          <a:xfrm>
            <a:off x="5724325" y="546859"/>
            <a:ext cx="126124" cy="45719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dirty="0"/>
              <a:t>User initial input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CA028-9F7C-59E0-C921-96840C3C51CF}"/>
              </a:ext>
            </a:extLst>
          </p:cNvPr>
          <p:cNvSpPr/>
          <p:nvPr/>
        </p:nvSpPr>
        <p:spPr>
          <a:xfrm>
            <a:off x="4644305" y="1519312"/>
            <a:ext cx="2264898" cy="829993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1E97C9-0794-7361-9A7A-C129DC406706}"/>
              </a:ext>
            </a:extLst>
          </p:cNvPr>
          <p:cNvSpPr txBox="1"/>
          <p:nvPr/>
        </p:nvSpPr>
        <p:spPr>
          <a:xfrm flipH="1">
            <a:off x="5731035" y="1658673"/>
            <a:ext cx="45719" cy="8408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dirty="0"/>
              <a:t>Classifier template:</a:t>
            </a:r>
            <a:br>
              <a:rPr lang="en-IL" sz="1600" dirty="0"/>
            </a:br>
            <a:r>
              <a:rPr lang="en-IL" sz="1600" dirty="0"/>
              <a:t>understand intention</a:t>
            </a:r>
          </a:p>
        </p:txBody>
      </p:sp>
      <p:sp>
        <p:nvSpPr>
          <p:cNvPr id="9" name="Diamond 8">
            <a:extLst>
              <a:ext uri="{FF2B5EF4-FFF2-40B4-BE49-F238E27FC236}">
                <a16:creationId xmlns:a16="http://schemas.microsoft.com/office/drawing/2014/main" id="{B064FB45-FAF9-283F-B2C4-104FA4A9391D}"/>
              </a:ext>
            </a:extLst>
          </p:cNvPr>
          <p:cNvSpPr/>
          <p:nvPr/>
        </p:nvSpPr>
        <p:spPr>
          <a:xfrm>
            <a:off x="4387653" y="3094893"/>
            <a:ext cx="2771332" cy="1950155"/>
          </a:xfrm>
          <a:prstGeom prst="diamond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E58518-327C-62A8-DA14-A88AB9696C4D}"/>
              </a:ext>
            </a:extLst>
          </p:cNvPr>
          <p:cNvSpPr txBox="1"/>
          <p:nvPr/>
        </p:nvSpPr>
        <p:spPr>
          <a:xfrm>
            <a:off x="5725942" y="3896750"/>
            <a:ext cx="94755" cy="18288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dirty="0"/>
              <a:t>Determine the “stream”</a:t>
            </a:r>
            <a:br>
              <a:rPr lang="en-IL" sz="1600" dirty="0"/>
            </a:br>
            <a:r>
              <a:rPr lang="en-IL" sz="1600" dirty="0"/>
              <a:t>for this request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16AB34-DDE1-AE8B-E7EB-289D3FDB7C58}"/>
              </a:ext>
            </a:extLst>
          </p:cNvPr>
          <p:cNvSpPr/>
          <p:nvPr/>
        </p:nvSpPr>
        <p:spPr>
          <a:xfrm>
            <a:off x="9493347" y="3650568"/>
            <a:ext cx="2264898" cy="829993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B9F52B-4F69-1220-D2D4-255A1904AE8C}"/>
              </a:ext>
            </a:extLst>
          </p:cNvPr>
          <p:cNvSpPr txBox="1"/>
          <p:nvPr/>
        </p:nvSpPr>
        <p:spPr>
          <a:xfrm flipH="1">
            <a:off x="10574943" y="3819376"/>
            <a:ext cx="50853" cy="94959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dirty="0"/>
              <a:t>QA template:</a:t>
            </a:r>
            <a:br>
              <a:rPr lang="en-IL" sz="1600" dirty="0"/>
            </a:br>
            <a:r>
              <a:rPr lang="en-IL" sz="1600" dirty="0"/>
              <a:t>get issue #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36541B-A4FC-4B78-97AF-5626440A31FC}"/>
              </a:ext>
            </a:extLst>
          </p:cNvPr>
          <p:cNvSpPr/>
          <p:nvPr/>
        </p:nvSpPr>
        <p:spPr>
          <a:xfrm>
            <a:off x="276659" y="3587264"/>
            <a:ext cx="2264898" cy="963636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B5D2C2-F19A-5E6D-C327-A2E9624B8CFD}"/>
              </a:ext>
            </a:extLst>
          </p:cNvPr>
          <p:cNvSpPr txBox="1"/>
          <p:nvPr/>
        </p:nvSpPr>
        <p:spPr>
          <a:xfrm>
            <a:off x="1350497" y="4065565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dirty="0"/>
              <a:t>Customer support</a:t>
            </a:r>
            <a:br>
              <a:rPr lang="en-IL" sz="1600" dirty="0"/>
            </a:br>
            <a:r>
              <a:rPr lang="en-IL" sz="1600" dirty="0"/>
              <a:t>template: get</a:t>
            </a:r>
            <a:br>
              <a:rPr lang="en-IL" sz="1600" dirty="0"/>
            </a:br>
            <a:r>
              <a:rPr lang="en-IL" sz="1600" dirty="0"/>
              <a:t>description of problem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466658-76AF-5CDD-6A1B-C64BF2FD993B}"/>
              </a:ext>
            </a:extLst>
          </p:cNvPr>
          <p:cNvSpPr txBox="1"/>
          <p:nvPr/>
        </p:nvSpPr>
        <p:spPr>
          <a:xfrm>
            <a:off x="11254154" y="3938953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br>
              <a:rPr lang="en-IL" sz="1600" dirty="0"/>
            </a:br>
            <a:endParaRPr lang="en-IL" sz="16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A61989A-5FDC-1333-B205-CE822E3D8DCA}"/>
              </a:ext>
            </a:extLst>
          </p:cNvPr>
          <p:cNvSpPr/>
          <p:nvPr/>
        </p:nvSpPr>
        <p:spPr>
          <a:xfrm>
            <a:off x="559497" y="5016912"/>
            <a:ext cx="1702676" cy="884611"/>
          </a:xfrm>
          <a:prstGeom prst="ellipse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813E98-549B-AFEA-3293-AABA64B3C5E2}"/>
              </a:ext>
            </a:extLst>
          </p:cNvPr>
          <p:cNvSpPr txBox="1"/>
          <p:nvPr/>
        </p:nvSpPr>
        <p:spPr>
          <a:xfrm>
            <a:off x="1340879" y="5435834"/>
            <a:ext cx="126124" cy="45719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dirty="0"/>
              <a:t>Suggest fix</a:t>
            </a:r>
            <a:br>
              <a:rPr lang="en-IL" sz="1600" dirty="0"/>
            </a:br>
            <a:r>
              <a:rPr lang="en-IL" sz="1600" dirty="0"/>
              <a:t>for problem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D059C3D-4396-9A4B-3B9B-6062165DB799}"/>
              </a:ext>
            </a:extLst>
          </p:cNvPr>
          <p:cNvSpPr/>
          <p:nvPr/>
        </p:nvSpPr>
        <p:spPr>
          <a:xfrm>
            <a:off x="9786667" y="5016912"/>
            <a:ext cx="1702676" cy="842407"/>
          </a:xfrm>
          <a:prstGeom prst="ellipse">
            <a:avLst/>
          </a:prstGeom>
          <a:noFill/>
          <a:ln w="12700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IL" sz="1600" dirty="0" err="1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560AD4-CC2D-6736-DC24-E75CB7D641EE}"/>
              </a:ext>
            </a:extLst>
          </p:cNvPr>
          <p:cNvSpPr txBox="1"/>
          <p:nvPr/>
        </p:nvSpPr>
        <p:spPr>
          <a:xfrm>
            <a:off x="10574943" y="5421766"/>
            <a:ext cx="126124" cy="45719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None/>
            </a:pPr>
            <a:r>
              <a:rPr lang="en-IL" sz="1600" dirty="0"/>
              <a:t>Return status</a:t>
            </a:r>
            <a:br>
              <a:rPr lang="en-IL" sz="1600" dirty="0"/>
            </a:br>
            <a:r>
              <a:rPr lang="en-IL" sz="1600" dirty="0"/>
              <a:t>of QA issue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E7169C2-4E56-1CDC-33DF-00F8C2F7513B}"/>
              </a:ext>
            </a:extLst>
          </p:cNvPr>
          <p:cNvCxnSpPr>
            <a:cxnSpLocks/>
          </p:cNvCxnSpPr>
          <p:nvPr/>
        </p:nvCxnSpPr>
        <p:spPr>
          <a:xfrm>
            <a:off x="5787387" y="1082888"/>
            <a:ext cx="0" cy="436424"/>
          </a:xfrm>
          <a:prstGeom prst="straightConnector1">
            <a:avLst/>
          </a:prstGeom>
          <a:ln w="0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FB68E1E-D4BB-6597-8649-C21518B0B215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5763699" y="2349305"/>
            <a:ext cx="9620" cy="745588"/>
          </a:xfrm>
          <a:prstGeom prst="straightConnector1">
            <a:avLst/>
          </a:prstGeom>
          <a:ln w="0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24829D1-0280-A616-9F50-8F2C5883306F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7158985" y="4065565"/>
            <a:ext cx="2334362" cy="4406"/>
          </a:xfrm>
          <a:prstGeom prst="straightConnector1">
            <a:avLst/>
          </a:prstGeom>
          <a:ln w="0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EAAFDF6-9964-1584-D4B2-C70185E2F957}"/>
              </a:ext>
            </a:extLst>
          </p:cNvPr>
          <p:cNvCxnSpPr>
            <a:cxnSpLocks/>
            <a:stCxn id="9" idx="1"/>
            <a:endCxn id="13" idx="3"/>
          </p:cNvCxnSpPr>
          <p:nvPr/>
        </p:nvCxnSpPr>
        <p:spPr>
          <a:xfrm flipH="1" flipV="1">
            <a:off x="2541557" y="4069082"/>
            <a:ext cx="1846096" cy="889"/>
          </a:xfrm>
          <a:prstGeom prst="straightConnector1">
            <a:avLst/>
          </a:prstGeom>
          <a:ln w="0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EE0DC3-8C3D-2AD7-8502-A2C287F23B60}"/>
              </a:ext>
            </a:extLst>
          </p:cNvPr>
          <p:cNvCxnSpPr>
            <a:cxnSpLocks/>
          </p:cNvCxnSpPr>
          <p:nvPr/>
        </p:nvCxnSpPr>
        <p:spPr>
          <a:xfrm>
            <a:off x="1409113" y="4580488"/>
            <a:ext cx="0" cy="436424"/>
          </a:xfrm>
          <a:prstGeom prst="straightConnector1">
            <a:avLst/>
          </a:prstGeom>
          <a:ln w="0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6F52E0A-8FE6-2030-6E4F-8BE8DC2D074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0625796" y="4480561"/>
            <a:ext cx="12209" cy="500519"/>
          </a:xfrm>
          <a:prstGeom prst="straightConnector1">
            <a:avLst/>
          </a:prstGeom>
          <a:ln w="0" cap="flat">
            <a:solidFill>
              <a:schemeClr val="tx1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12B58D2-51C0-DE5F-C0D0-C99B851A73FC}"/>
              </a:ext>
            </a:extLst>
          </p:cNvPr>
          <p:cNvSpPr txBox="1"/>
          <p:nvPr/>
        </p:nvSpPr>
        <p:spPr>
          <a:xfrm>
            <a:off x="6815989" y="3459187"/>
            <a:ext cx="282088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400" dirty="0"/>
              <a:t>Request for status of QA request</a:t>
            </a:r>
            <a:endParaRPr lang="en-IL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CB2204-46B6-8600-5F2D-9126A8881022}"/>
              </a:ext>
            </a:extLst>
          </p:cNvPr>
          <p:cNvSpPr txBox="1"/>
          <p:nvPr/>
        </p:nvSpPr>
        <p:spPr>
          <a:xfrm>
            <a:off x="11296357" y="4121832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IL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4EEC7A2-CED5-5023-1355-1E5E725F5D74}"/>
              </a:ext>
            </a:extLst>
          </p:cNvPr>
          <p:cNvSpPr txBox="1"/>
          <p:nvPr/>
        </p:nvSpPr>
        <p:spPr>
          <a:xfrm>
            <a:off x="2710066" y="3399122"/>
            <a:ext cx="1944872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400" dirty="0"/>
              <a:t>Customer has a problem</a:t>
            </a:r>
            <a:endParaRPr lang="en-IL" sz="1400" dirty="0"/>
          </a:p>
        </p:txBody>
      </p:sp>
    </p:spTree>
    <p:extLst>
      <p:ext uri="{BB962C8B-B14F-4D97-AF65-F5344CB8AC3E}">
        <p14:creationId xmlns:p14="http://schemas.microsoft.com/office/powerpoint/2010/main" val="268416823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EWVI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heme/theme1.xml><?xml version="1.0" encoding="utf-8"?>
<a:theme xmlns:a="http://schemas.openxmlformats.org/drawingml/2006/main" name="Default Them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Default Theme" id="{9802066E-C85A-D042-BF27-A3F030F78975}" vid="{492FBF83-A45E-7C40-9D88-97444AE20E02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6CF0465-86C2-4D50-902E-DC5590629653}" vid="{479EA361-508B-4385-950A-6EB1D1DC90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102</TotalTime>
  <Words>57</Words>
  <Application>Microsoft Macintosh PowerPoint</Application>
  <PresentationFormat>Widescreen</PresentationFormat>
  <Paragraphs>10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Georgia</vt:lpstr>
      <vt:lpstr>Segoe UI</vt:lpstr>
      <vt:lpstr>Wingdings</vt:lpstr>
      <vt:lpstr>Default Theme</vt:lpstr>
      <vt:lpstr>Contrast</vt:lpstr>
      <vt:lpstr>think-cell Slide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Jill Landau</dc:creator>
  <cp:lastModifiedBy>Jill Landau</cp:lastModifiedBy>
  <cp:revision>2</cp:revision>
  <dcterms:created xsi:type="dcterms:W3CDTF">2025-11-13T07:21:27Z</dcterms:created>
  <dcterms:modified xsi:type="dcterms:W3CDTF">2025-11-19T09:19:03Z</dcterms:modified>
</cp:coreProperties>
</file>