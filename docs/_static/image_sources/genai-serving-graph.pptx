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64" r:id="rId2"/>
  </p:sldMasterIdLst>
  <p:sldIdLst>
    <p:sldId id="256" r:id="rId3"/>
    <p:sldId id="257" r:id="rId4"/>
  </p:sldIdLst>
  <p:sldSz cx="12192000" cy="6858000"/>
  <p:notesSz cx="7102475" cy="9388475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91" d="100"/>
          <a:sy n="91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6.sv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g"/><Relationship Id="rId5" Type="http://schemas.openxmlformats.org/officeDocument/2006/relationships/tags" Target="../tags/tag27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8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9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116.xml"/><Relationship Id="rId7" Type="http://schemas.openxmlformats.org/officeDocument/2006/relationships/image" Target="../media/image10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7.emf"/><Relationship Id="rId4" Type="http://schemas.openxmlformats.org/officeDocument/2006/relationships/tags" Target="../tags/tag117.xml"/><Relationship Id="rId9" Type="http://schemas.openxmlformats.org/officeDocument/2006/relationships/oleObject" Target="../embeddings/oleObject10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6.svg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5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4.jpg"/><Relationship Id="rId5" Type="http://schemas.openxmlformats.org/officeDocument/2006/relationships/tags" Target="../tags/tag143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oleObject" Target="../embeddings/oleObject12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8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4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4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4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259.xml"/><Relationship Id="rId7" Type="http://schemas.openxmlformats.org/officeDocument/2006/relationships/image" Target="../media/image10.pn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7.emf"/><Relationship Id="rId4" Type="http://schemas.openxmlformats.org/officeDocument/2006/relationships/tags" Target="../tags/tag260.xml"/><Relationship Id="rId9" Type="http://schemas.openxmlformats.org/officeDocument/2006/relationships/oleObject" Target="../embeddings/oleObject2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2025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2025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pn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12.pn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43" Type="http://schemas.openxmlformats.org/officeDocument/2006/relationships/image" Target="../media/image13.svg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7EA905A-4996-6BAF-8762-57BAA0F632F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60337-EE39-0A30-6A11-F4C742F117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E9A63F8-BB23-28B1-CD89-9B1CB15810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E0BA5A-4150-304F-5961-47CE7C1D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314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91ADC1A7-FC71-3C6A-D541-037DA081CE0E}"/>
              </a:ext>
            </a:extLst>
          </p:cNvPr>
          <p:cNvSpPr/>
          <p:nvPr/>
        </p:nvSpPr>
        <p:spPr>
          <a:xfrm>
            <a:off x="4670230" y="240481"/>
            <a:ext cx="1702676" cy="842407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IL" sz="1600" dirty="0" err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2912A1-BDE3-4F97-E537-5CB6BE3075D7}"/>
              </a:ext>
            </a:extLst>
          </p:cNvPr>
          <p:cNvSpPr txBox="1"/>
          <p:nvPr/>
        </p:nvSpPr>
        <p:spPr>
          <a:xfrm>
            <a:off x="5458506" y="546859"/>
            <a:ext cx="126124" cy="4571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IL" sz="1600" dirty="0"/>
              <a:t>User initial 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8CA028-9F7C-59E0-C921-96840C3C51CF}"/>
              </a:ext>
            </a:extLst>
          </p:cNvPr>
          <p:cNvSpPr/>
          <p:nvPr/>
        </p:nvSpPr>
        <p:spPr>
          <a:xfrm>
            <a:off x="4389119" y="1519312"/>
            <a:ext cx="2264898" cy="829993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IL" sz="1600" dirty="0" err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E97C9-0794-7361-9A7A-C129DC406706}"/>
              </a:ext>
            </a:extLst>
          </p:cNvPr>
          <p:cNvSpPr txBox="1"/>
          <p:nvPr/>
        </p:nvSpPr>
        <p:spPr>
          <a:xfrm>
            <a:off x="5521568" y="1828801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IL" sz="1600" dirty="0"/>
              <a:t>Classifier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B064FB45-FAF9-283F-B2C4-104FA4A9391D}"/>
              </a:ext>
            </a:extLst>
          </p:cNvPr>
          <p:cNvSpPr/>
          <p:nvPr/>
        </p:nvSpPr>
        <p:spPr>
          <a:xfrm>
            <a:off x="4121834" y="3094893"/>
            <a:ext cx="2771332" cy="1950155"/>
          </a:xfrm>
          <a:prstGeom prst="diamond">
            <a:avLst/>
          </a:prstGeom>
          <a:noFill/>
          <a:ln w="1270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IL" sz="1600" dirty="0" err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58518-327C-62A8-DA14-A88AB9696C4D}"/>
              </a:ext>
            </a:extLst>
          </p:cNvPr>
          <p:cNvSpPr txBox="1"/>
          <p:nvPr/>
        </p:nvSpPr>
        <p:spPr>
          <a:xfrm>
            <a:off x="5460123" y="3896750"/>
            <a:ext cx="94755" cy="1828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IL" sz="1600" dirty="0"/>
              <a:t>Determine the “stream”</a:t>
            </a:r>
            <a:br>
              <a:rPr lang="en-IL" sz="1600" dirty="0"/>
            </a:br>
            <a:r>
              <a:rPr lang="en-IL" sz="1600" dirty="0"/>
              <a:t>for this 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16AB34-DDE1-AE8B-E7EB-289D3FDB7C58}"/>
              </a:ext>
            </a:extLst>
          </p:cNvPr>
          <p:cNvSpPr/>
          <p:nvPr/>
        </p:nvSpPr>
        <p:spPr>
          <a:xfrm>
            <a:off x="9493347" y="3650568"/>
            <a:ext cx="2264898" cy="829993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IL" sz="1600" dirty="0" err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B9F52B-4F69-1220-D2D4-255A1904AE8C}"/>
              </a:ext>
            </a:extLst>
          </p:cNvPr>
          <p:cNvSpPr txBox="1"/>
          <p:nvPr/>
        </p:nvSpPr>
        <p:spPr>
          <a:xfrm flipH="1">
            <a:off x="10574943" y="3819376"/>
            <a:ext cx="50853" cy="9495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IL" sz="1600" dirty="0"/>
              <a:t>QA template:</a:t>
            </a:r>
            <a:br>
              <a:rPr lang="en-IL" sz="1600" dirty="0"/>
            </a:br>
            <a:r>
              <a:rPr lang="en-IL" sz="1600" dirty="0"/>
              <a:t>get issue #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36541B-A4FC-4B78-97AF-5626440A31FC}"/>
              </a:ext>
            </a:extLst>
          </p:cNvPr>
          <p:cNvSpPr/>
          <p:nvPr/>
        </p:nvSpPr>
        <p:spPr>
          <a:xfrm>
            <a:off x="276659" y="3587264"/>
            <a:ext cx="2264898" cy="963636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IL" sz="1600" dirty="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B5D2C2-F19A-5E6D-C327-A2E9624B8CFD}"/>
              </a:ext>
            </a:extLst>
          </p:cNvPr>
          <p:cNvSpPr txBox="1"/>
          <p:nvPr/>
        </p:nvSpPr>
        <p:spPr>
          <a:xfrm>
            <a:off x="1350497" y="40655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IL" sz="1600" dirty="0"/>
              <a:t>Customer support</a:t>
            </a:r>
            <a:br>
              <a:rPr lang="en-IL" sz="1600" dirty="0"/>
            </a:br>
            <a:r>
              <a:rPr lang="en-IL" sz="1600" dirty="0"/>
              <a:t>template: get</a:t>
            </a:r>
            <a:br>
              <a:rPr lang="en-IL" sz="1600" dirty="0"/>
            </a:br>
            <a:r>
              <a:rPr lang="en-IL" sz="1600" dirty="0"/>
              <a:t>description of issue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66658-76AF-5CDD-6A1B-C64BF2FD993B}"/>
              </a:ext>
            </a:extLst>
          </p:cNvPr>
          <p:cNvSpPr txBox="1"/>
          <p:nvPr/>
        </p:nvSpPr>
        <p:spPr>
          <a:xfrm>
            <a:off x="11254154" y="393895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br>
              <a:rPr lang="en-IL" sz="1600" dirty="0"/>
            </a:br>
            <a:endParaRPr lang="en-IL" sz="16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61989A-5FDC-1333-B205-CE822E3D8DCA}"/>
              </a:ext>
            </a:extLst>
          </p:cNvPr>
          <p:cNvSpPr/>
          <p:nvPr/>
        </p:nvSpPr>
        <p:spPr>
          <a:xfrm>
            <a:off x="559497" y="5016912"/>
            <a:ext cx="1702676" cy="884611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IL" sz="1600" dirty="0" err="1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13E98-549B-AFEA-3293-AABA64B3C5E2}"/>
              </a:ext>
            </a:extLst>
          </p:cNvPr>
          <p:cNvSpPr txBox="1"/>
          <p:nvPr/>
        </p:nvSpPr>
        <p:spPr>
          <a:xfrm>
            <a:off x="1340879" y="5435834"/>
            <a:ext cx="126124" cy="4571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IL" sz="1600" dirty="0"/>
              <a:t>Suggest fix</a:t>
            </a:r>
            <a:br>
              <a:rPr lang="en-IL" sz="1600" dirty="0"/>
            </a:br>
            <a:r>
              <a:rPr lang="en-IL" sz="1600" dirty="0"/>
              <a:t>for issue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D059C3D-4396-9A4B-3B9B-6062165DB799}"/>
              </a:ext>
            </a:extLst>
          </p:cNvPr>
          <p:cNvSpPr/>
          <p:nvPr/>
        </p:nvSpPr>
        <p:spPr>
          <a:xfrm>
            <a:off x="9786667" y="5016912"/>
            <a:ext cx="1702676" cy="842407"/>
          </a:xfrm>
          <a:prstGeom prst="ellipse">
            <a:avLst/>
          </a:prstGeom>
          <a:noFill/>
          <a:ln w="1270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IL" sz="1600" dirty="0" err="1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560AD4-CC2D-6736-DC24-E75CB7D641EE}"/>
              </a:ext>
            </a:extLst>
          </p:cNvPr>
          <p:cNvSpPr txBox="1"/>
          <p:nvPr/>
        </p:nvSpPr>
        <p:spPr>
          <a:xfrm>
            <a:off x="10574943" y="5421766"/>
            <a:ext cx="126124" cy="4571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IL" sz="1600" dirty="0"/>
              <a:t>Return status</a:t>
            </a:r>
            <a:br>
              <a:rPr lang="en-IL" sz="1600" dirty="0"/>
            </a:br>
            <a:r>
              <a:rPr lang="en-IL" sz="1600" dirty="0"/>
              <a:t>of QA issue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7169C2-4E56-1CDC-33DF-00F8C2F7513B}"/>
              </a:ext>
            </a:extLst>
          </p:cNvPr>
          <p:cNvCxnSpPr>
            <a:cxnSpLocks/>
          </p:cNvCxnSpPr>
          <p:nvPr/>
        </p:nvCxnSpPr>
        <p:spPr>
          <a:xfrm>
            <a:off x="5521568" y="1082888"/>
            <a:ext cx="0" cy="436424"/>
          </a:xfrm>
          <a:prstGeom prst="straightConnector1">
            <a:avLst/>
          </a:prstGeom>
          <a:ln w="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B68E1E-D4BB-6597-8649-C21518B0B21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497880" y="2349305"/>
            <a:ext cx="9620" cy="745588"/>
          </a:xfrm>
          <a:prstGeom prst="straightConnector1">
            <a:avLst/>
          </a:prstGeom>
          <a:ln w="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4829D1-0280-A616-9F50-8F2C5883306F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893166" y="4065565"/>
            <a:ext cx="2600181" cy="4406"/>
          </a:xfrm>
          <a:prstGeom prst="straightConnector1">
            <a:avLst/>
          </a:prstGeom>
          <a:ln w="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AAFDF6-9964-1584-D4B2-C70185E2F957}"/>
              </a:ext>
            </a:extLst>
          </p:cNvPr>
          <p:cNvCxnSpPr>
            <a:cxnSpLocks/>
            <a:stCxn id="9" idx="1"/>
            <a:endCxn id="13" idx="3"/>
          </p:cNvCxnSpPr>
          <p:nvPr/>
        </p:nvCxnSpPr>
        <p:spPr>
          <a:xfrm flipH="1" flipV="1">
            <a:off x="2541557" y="4069082"/>
            <a:ext cx="1580277" cy="889"/>
          </a:xfrm>
          <a:prstGeom prst="straightConnector1">
            <a:avLst/>
          </a:prstGeom>
          <a:ln w="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DEE0DC3-8C3D-2AD7-8502-A2C287F23B60}"/>
              </a:ext>
            </a:extLst>
          </p:cNvPr>
          <p:cNvCxnSpPr>
            <a:cxnSpLocks/>
          </p:cNvCxnSpPr>
          <p:nvPr/>
        </p:nvCxnSpPr>
        <p:spPr>
          <a:xfrm>
            <a:off x="1409113" y="4580488"/>
            <a:ext cx="0" cy="436424"/>
          </a:xfrm>
          <a:prstGeom prst="straightConnector1">
            <a:avLst/>
          </a:prstGeom>
          <a:ln w="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6F52E0A-8FE6-2030-6E4F-8BE8DC2D074B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625796" y="4480561"/>
            <a:ext cx="12209" cy="500519"/>
          </a:xfrm>
          <a:prstGeom prst="straightConnector1">
            <a:avLst/>
          </a:prstGeom>
          <a:ln w="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12B58D2-51C0-DE5F-C0D0-C99B851A73FC}"/>
              </a:ext>
            </a:extLst>
          </p:cNvPr>
          <p:cNvSpPr txBox="1"/>
          <p:nvPr/>
        </p:nvSpPr>
        <p:spPr>
          <a:xfrm>
            <a:off x="6667133" y="3479542"/>
            <a:ext cx="282088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Request for status of QA request</a:t>
            </a:r>
            <a:endParaRPr lang="en-IL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CB2204-46B6-8600-5F2D-9126A8881022}"/>
              </a:ext>
            </a:extLst>
          </p:cNvPr>
          <p:cNvSpPr txBox="1"/>
          <p:nvPr/>
        </p:nvSpPr>
        <p:spPr>
          <a:xfrm>
            <a:off x="11296357" y="412183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IL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EEC7A2-CED5-5023-1355-1E5E725F5D74}"/>
              </a:ext>
            </a:extLst>
          </p:cNvPr>
          <p:cNvSpPr txBox="1"/>
          <p:nvPr/>
        </p:nvSpPr>
        <p:spPr>
          <a:xfrm>
            <a:off x="2710066" y="3388489"/>
            <a:ext cx="14117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Customer has a </a:t>
            </a:r>
            <a:br>
              <a:rPr lang="en-US" sz="1400" dirty="0"/>
            </a:br>
            <a:r>
              <a:rPr lang="en-US" sz="1400" dirty="0"/>
              <a:t>problem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6841682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VI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Default Them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Default Theme" id="{9802066E-C85A-D042-BF27-A3F030F78975}" vid="{492FBF83-A45E-7C40-9D88-97444AE20E02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6CF0465-86C2-4D50-902E-DC5590629653}" vid="{479EA361-508B-4385-950A-6EB1D1DC90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99</TotalTime>
  <Words>53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Georgia</vt:lpstr>
      <vt:lpstr>Segoe UI</vt:lpstr>
      <vt:lpstr>Wingdings</vt:lpstr>
      <vt:lpstr>Default Theme</vt:lpstr>
      <vt:lpstr>Contrast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Jill Landau</dc:creator>
  <cp:lastModifiedBy>Jill Landau</cp:lastModifiedBy>
  <cp:revision>1</cp:revision>
  <dcterms:created xsi:type="dcterms:W3CDTF">2025-11-13T07:21:27Z</dcterms:created>
  <dcterms:modified xsi:type="dcterms:W3CDTF">2025-11-13T09:00:33Z</dcterms:modified>
</cp:coreProperties>
</file>