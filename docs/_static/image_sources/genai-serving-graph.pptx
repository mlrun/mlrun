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864" r:id="rId2"/>
  </p:sldMasterIdLst>
  <p:sldIdLst>
    <p:sldId id="257" r:id="rId3"/>
  </p:sldIdLst>
  <p:sldSz cx="12192000" cy="6858000"/>
  <p:notesSz cx="7102475" cy="9388475"/>
  <p:custDataLst>
    <p:tags r:id="rId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694"/>
  </p:normalViewPr>
  <p:slideViewPr>
    <p:cSldViewPr snapToGrid="0">
      <p:cViewPr varScale="1">
        <p:scale>
          <a:sx n="88" d="100"/>
          <a:sy n="88" d="100"/>
        </p:scale>
        <p:origin x="208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30.xml"/><Relationship Id="rId13" Type="http://schemas.openxmlformats.org/officeDocument/2006/relationships/image" Target="../media/image6.sv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5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4.jpg"/><Relationship Id="rId5" Type="http://schemas.openxmlformats.org/officeDocument/2006/relationships/tags" Target="../tags/tag27.xml"/><Relationship Id="rId15" Type="http://schemas.openxmlformats.org/officeDocument/2006/relationships/image" Target="../media/image7.emf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6.xml"/><Relationship Id="rId9" Type="http://schemas.openxmlformats.org/officeDocument/2006/relationships/tags" Target="../tags/tag31.xml"/><Relationship Id="rId1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34.xml"/><Relationship Id="rId7" Type="http://schemas.openxmlformats.org/officeDocument/2006/relationships/tags" Target="../tags/tag38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5" Type="http://schemas.openxmlformats.org/officeDocument/2006/relationships/tags" Target="../tags/tag36.xml"/><Relationship Id="rId10" Type="http://schemas.openxmlformats.org/officeDocument/2006/relationships/image" Target="../media/image1.emf"/><Relationship Id="rId4" Type="http://schemas.openxmlformats.org/officeDocument/2006/relationships/tags" Target="../tags/tag35.xml"/><Relationship Id="rId9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49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9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55.xml"/><Relationship Id="rId7" Type="http://schemas.openxmlformats.org/officeDocument/2006/relationships/tags" Target="../tags/tag59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10" Type="http://schemas.openxmlformats.org/officeDocument/2006/relationships/image" Target="../media/image8.emf"/><Relationship Id="rId4" Type="http://schemas.openxmlformats.org/officeDocument/2006/relationships/tags" Target="../tags/tag56.xml"/><Relationship Id="rId9" Type="http://schemas.openxmlformats.org/officeDocument/2006/relationships/oleObject" Target="../embeddings/oleObject5.bin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image" Target="../media/image1.emf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oleObject" Target="../embeddings/oleObject6.bin"/><Relationship Id="rId5" Type="http://schemas.openxmlformats.org/officeDocument/2006/relationships/tags" Target="../tags/tag64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63.xml"/><Relationship Id="rId9" Type="http://schemas.openxmlformats.org/officeDocument/2006/relationships/tags" Target="../tags/tag68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12" Type="http://schemas.openxmlformats.org/officeDocument/2006/relationships/image" Target="../media/image1.emf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oleObject" Target="../embeddings/oleObject7.bin"/><Relationship Id="rId5" Type="http://schemas.openxmlformats.org/officeDocument/2006/relationships/tags" Target="../tags/tag73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5.xml"/><Relationship Id="rId3" Type="http://schemas.openxmlformats.org/officeDocument/2006/relationships/tags" Target="../tags/tag80.xml"/><Relationship Id="rId7" Type="http://schemas.openxmlformats.org/officeDocument/2006/relationships/tags" Target="../tags/tag84.xml"/><Relationship Id="rId12" Type="http://schemas.openxmlformats.org/officeDocument/2006/relationships/image" Target="../media/image1.emf"/><Relationship Id="rId2" Type="http://schemas.openxmlformats.org/officeDocument/2006/relationships/tags" Target="../tags/tag79.xml"/><Relationship Id="rId1" Type="http://schemas.openxmlformats.org/officeDocument/2006/relationships/tags" Target="../tags/tag78.xml"/><Relationship Id="rId6" Type="http://schemas.openxmlformats.org/officeDocument/2006/relationships/tags" Target="../tags/tag83.xml"/><Relationship Id="rId11" Type="http://schemas.openxmlformats.org/officeDocument/2006/relationships/oleObject" Target="../embeddings/oleObject8.bin"/><Relationship Id="rId5" Type="http://schemas.openxmlformats.org/officeDocument/2006/relationships/tags" Target="../tags/tag8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81.xml"/><Relationship Id="rId9" Type="http://schemas.openxmlformats.org/officeDocument/2006/relationships/tags" Target="../tags/tag86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image" Target="../media/image9.emf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oleObject" Target="../embeddings/oleObject9.bin"/><Relationship Id="rId5" Type="http://schemas.openxmlformats.org/officeDocument/2006/relationships/tags" Target="../tags/tag91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3.xml"/><Relationship Id="rId3" Type="http://schemas.openxmlformats.org/officeDocument/2006/relationships/tags" Target="../tags/tag98.xml"/><Relationship Id="rId7" Type="http://schemas.openxmlformats.org/officeDocument/2006/relationships/tags" Target="../tags/tag102.xml"/><Relationship Id="rId12" Type="http://schemas.openxmlformats.org/officeDocument/2006/relationships/image" Target="../media/image1.emf"/><Relationship Id="rId2" Type="http://schemas.openxmlformats.org/officeDocument/2006/relationships/tags" Target="../tags/tag97.xml"/><Relationship Id="rId1" Type="http://schemas.openxmlformats.org/officeDocument/2006/relationships/tags" Target="../tags/tag96.xml"/><Relationship Id="rId6" Type="http://schemas.openxmlformats.org/officeDocument/2006/relationships/tags" Target="../tags/tag101.xml"/><Relationship Id="rId11" Type="http://schemas.openxmlformats.org/officeDocument/2006/relationships/oleObject" Target="../embeddings/oleObject8.bin"/><Relationship Id="rId5" Type="http://schemas.openxmlformats.org/officeDocument/2006/relationships/tags" Target="../tags/tag10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9.xml"/><Relationship Id="rId9" Type="http://schemas.openxmlformats.org/officeDocument/2006/relationships/tags" Target="../tags/tag104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tags" Target="../tags/tag105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09.xml"/><Relationship Id="rId4" Type="http://schemas.openxmlformats.org/officeDocument/2006/relationships/tags" Target="../tags/tag108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13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tags" Target="../tags/tag116.xml"/><Relationship Id="rId7" Type="http://schemas.openxmlformats.org/officeDocument/2006/relationships/image" Target="../media/image10.png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6" Type="http://schemas.openxmlformats.org/officeDocument/2006/relationships/image" Target="../media/image4.jpg"/><Relationship Id="rId5" Type="http://schemas.openxmlformats.org/officeDocument/2006/relationships/slideMaster" Target="../slideMasters/slideMaster1.xml"/><Relationship Id="rId10" Type="http://schemas.openxmlformats.org/officeDocument/2006/relationships/image" Target="../media/image7.emf"/><Relationship Id="rId4" Type="http://schemas.openxmlformats.org/officeDocument/2006/relationships/tags" Target="../tags/tag117.xml"/><Relationship Id="rId9" Type="http://schemas.openxmlformats.org/officeDocument/2006/relationships/oleObject" Target="../embeddings/oleObject10.bin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46.xml"/><Relationship Id="rId13" Type="http://schemas.openxmlformats.org/officeDocument/2006/relationships/image" Target="../media/image6.svg"/><Relationship Id="rId3" Type="http://schemas.openxmlformats.org/officeDocument/2006/relationships/tags" Target="../tags/tag141.xml"/><Relationship Id="rId7" Type="http://schemas.openxmlformats.org/officeDocument/2006/relationships/tags" Target="../tags/tag145.xml"/><Relationship Id="rId12" Type="http://schemas.openxmlformats.org/officeDocument/2006/relationships/image" Target="../media/image5.png"/><Relationship Id="rId2" Type="http://schemas.openxmlformats.org/officeDocument/2006/relationships/tags" Target="../tags/tag140.xml"/><Relationship Id="rId1" Type="http://schemas.openxmlformats.org/officeDocument/2006/relationships/tags" Target="../tags/tag139.xml"/><Relationship Id="rId6" Type="http://schemas.openxmlformats.org/officeDocument/2006/relationships/tags" Target="../tags/tag144.xml"/><Relationship Id="rId11" Type="http://schemas.openxmlformats.org/officeDocument/2006/relationships/image" Target="../media/image4.jpg"/><Relationship Id="rId5" Type="http://schemas.openxmlformats.org/officeDocument/2006/relationships/tags" Target="../tags/tag143.xml"/><Relationship Id="rId15" Type="http://schemas.openxmlformats.org/officeDocument/2006/relationships/image" Target="../media/image7.emf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42.xml"/><Relationship Id="rId9" Type="http://schemas.openxmlformats.org/officeDocument/2006/relationships/tags" Target="../tags/tag147.xml"/><Relationship Id="rId14" Type="http://schemas.openxmlformats.org/officeDocument/2006/relationships/oleObject" Target="../embeddings/oleObject12.bin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5" Type="http://schemas.openxmlformats.org/officeDocument/2006/relationships/tags" Target="../tags/tag152.xml"/><Relationship Id="rId10" Type="http://schemas.openxmlformats.org/officeDocument/2006/relationships/image" Target="../media/image1.emf"/><Relationship Id="rId4" Type="http://schemas.openxmlformats.org/officeDocument/2006/relationships/tags" Target="../tags/tag151.xml"/><Relationship Id="rId9" Type="http://schemas.openxmlformats.org/officeDocument/2006/relationships/oleObject" Target="../embeddings/oleObject13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57.xml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58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6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tags" Target="../tags/tag165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164.xml"/><Relationship Id="rId1" Type="http://schemas.openxmlformats.org/officeDocument/2006/relationships/tags" Target="../tags/tag163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9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171.xml"/><Relationship Id="rId7" Type="http://schemas.openxmlformats.org/officeDocument/2006/relationships/tags" Target="../tags/tag175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6" Type="http://schemas.openxmlformats.org/officeDocument/2006/relationships/tags" Target="../tags/tag174.xml"/><Relationship Id="rId5" Type="http://schemas.openxmlformats.org/officeDocument/2006/relationships/tags" Target="../tags/tag173.xml"/><Relationship Id="rId10" Type="http://schemas.openxmlformats.org/officeDocument/2006/relationships/image" Target="../media/image8.emf"/><Relationship Id="rId4" Type="http://schemas.openxmlformats.org/officeDocument/2006/relationships/tags" Target="../tags/tag172.xml"/><Relationship Id="rId9" Type="http://schemas.openxmlformats.org/officeDocument/2006/relationships/oleObject" Target="../embeddings/oleObject15.bin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83.xml"/><Relationship Id="rId3" Type="http://schemas.openxmlformats.org/officeDocument/2006/relationships/tags" Target="../tags/tag178.xml"/><Relationship Id="rId7" Type="http://schemas.openxmlformats.org/officeDocument/2006/relationships/tags" Target="../tags/tag182.xml"/><Relationship Id="rId12" Type="http://schemas.openxmlformats.org/officeDocument/2006/relationships/image" Target="../media/image1.emf"/><Relationship Id="rId2" Type="http://schemas.openxmlformats.org/officeDocument/2006/relationships/tags" Target="../tags/tag177.xml"/><Relationship Id="rId1" Type="http://schemas.openxmlformats.org/officeDocument/2006/relationships/tags" Target="../tags/tag176.xml"/><Relationship Id="rId6" Type="http://schemas.openxmlformats.org/officeDocument/2006/relationships/tags" Target="../tags/tag181.xml"/><Relationship Id="rId11" Type="http://schemas.openxmlformats.org/officeDocument/2006/relationships/oleObject" Target="../embeddings/oleObject16.bin"/><Relationship Id="rId5" Type="http://schemas.openxmlformats.org/officeDocument/2006/relationships/tags" Target="../tags/tag180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79.xml"/><Relationship Id="rId9" Type="http://schemas.openxmlformats.org/officeDocument/2006/relationships/tags" Target="../tags/tag184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92.xml"/><Relationship Id="rId3" Type="http://schemas.openxmlformats.org/officeDocument/2006/relationships/tags" Target="../tags/tag187.xml"/><Relationship Id="rId7" Type="http://schemas.openxmlformats.org/officeDocument/2006/relationships/tags" Target="../tags/tag191.xml"/><Relationship Id="rId12" Type="http://schemas.openxmlformats.org/officeDocument/2006/relationships/image" Target="../media/image1.emf"/><Relationship Id="rId2" Type="http://schemas.openxmlformats.org/officeDocument/2006/relationships/tags" Target="../tags/tag186.xml"/><Relationship Id="rId1" Type="http://schemas.openxmlformats.org/officeDocument/2006/relationships/tags" Target="../tags/tag185.xml"/><Relationship Id="rId6" Type="http://schemas.openxmlformats.org/officeDocument/2006/relationships/tags" Target="../tags/tag190.xml"/><Relationship Id="rId11" Type="http://schemas.openxmlformats.org/officeDocument/2006/relationships/oleObject" Target="../embeddings/oleObject17.bin"/><Relationship Id="rId5" Type="http://schemas.openxmlformats.org/officeDocument/2006/relationships/tags" Target="../tags/tag18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88.xml"/><Relationship Id="rId9" Type="http://schemas.openxmlformats.org/officeDocument/2006/relationships/tags" Target="../tags/tag193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201.xml"/><Relationship Id="rId3" Type="http://schemas.openxmlformats.org/officeDocument/2006/relationships/tags" Target="../tags/tag196.xml"/><Relationship Id="rId7" Type="http://schemas.openxmlformats.org/officeDocument/2006/relationships/tags" Target="../tags/tag200.xml"/><Relationship Id="rId12" Type="http://schemas.openxmlformats.org/officeDocument/2006/relationships/image" Target="../media/image14.emf"/><Relationship Id="rId2" Type="http://schemas.openxmlformats.org/officeDocument/2006/relationships/tags" Target="../tags/tag195.xml"/><Relationship Id="rId1" Type="http://schemas.openxmlformats.org/officeDocument/2006/relationships/tags" Target="../tags/tag194.xml"/><Relationship Id="rId6" Type="http://schemas.openxmlformats.org/officeDocument/2006/relationships/tags" Target="../tags/tag199.xml"/><Relationship Id="rId11" Type="http://schemas.openxmlformats.org/officeDocument/2006/relationships/oleObject" Target="../embeddings/oleObject18.bin"/><Relationship Id="rId5" Type="http://schemas.openxmlformats.org/officeDocument/2006/relationships/tags" Target="../tags/tag19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97.xml"/><Relationship Id="rId9" Type="http://schemas.openxmlformats.org/officeDocument/2006/relationships/tags" Target="../tags/tag202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10.xml"/><Relationship Id="rId3" Type="http://schemas.openxmlformats.org/officeDocument/2006/relationships/tags" Target="../tags/tag205.xml"/><Relationship Id="rId7" Type="http://schemas.openxmlformats.org/officeDocument/2006/relationships/tags" Target="../tags/tag209.xml"/><Relationship Id="rId12" Type="http://schemas.openxmlformats.org/officeDocument/2006/relationships/image" Target="../media/image1.emf"/><Relationship Id="rId2" Type="http://schemas.openxmlformats.org/officeDocument/2006/relationships/tags" Target="../tags/tag204.xml"/><Relationship Id="rId1" Type="http://schemas.openxmlformats.org/officeDocument/2006/relationships/tags" Target="../tags/tag203.xml"/><Relationship Id="rId6" Type="http://schemas.openxmlformats.org/officeDocument/2006/relationships/tags" Target="../tags/tag208.xml"/><Relationship Id="rId11" Type="http://schemas.openxmlformats.org/officeDocument/2006/relationships/oleObject" Target="../embeddings/oleObject19.bin"/><Relationship Id="rId5" Type="http://schemas.openxmlformats.org/officeDocument/2006/relationships/tags" Target="../tags/tag207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06.xml"/><Relationship Id="rId9" Type="http://schemas.openxmlformats.org/officeDocument/2006/relationships/tags" Target="../tags/tag21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19.xml"/><Relationship Id="rId3" Type="http://schemas.openxmlformats.org/officeDocument/2006/relationships/tags" Target="../tags/tag214.xml"/><Relationship Id="rId7" Type="http://schemas.openxmlformats.org/officeDocument/2006/relationships/tags" Target="../tags/tag218.xml"/><Relationship Id="rId12" Type="http://schemas.openxmlformats.org/officeDocument/2006/relationships/image" Target="../media/image14.emf"/><Relationship Id="rId2" Type="http://schemas.openxmlformats.org/officeDocument/2006/relationships/tags" Target="../tags/tag213.xml"/><Relationship Id="rId1" Type="http://schemas.openxmlformats.org/officeDocument/2006/relationships/tags" Target="../tags/tag212.xml"/><Relationship Id="rId6" Type="http://schemas.openxmlformats.org/officeDocument/2006/relationships/tags" Target="../tags/tag217.xml"/><Relationship Id="rId11" Type="http://schemas.openxmlformats.org/officeDocument/2006/relationships/oleObject" Target="../embeddings/oleObject20.bin"/><Relationship Id="rId5" Type="http://schemas.openxmlformats.org/officeDocument/2006/relationships/tags" Target="../tags/tag216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15.xml"/><Relationship Id="rId9" Type="http://schemas.openxmlformats.org/officeDocument/2006/relationships/tags" Target="../tags/tag220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28.xml"/><Relationship Id="rId3" Type="http://schemas.openxmlformats.org/officeDocument/2006/relationships/tags" Target="../tags/tag223.xml"/><Relationship Id="rId7" Type="http://schemas.openxmlformats.org/officeDocument/2006/relationships/tags" Target="../tags/tag227.xml"/><Relationship Id="rId12" Type="http://schemas.openxmlformats.org/officeDocument/2006/relationships/image" Target="../media/image14.emf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11" Type="http://schemas.openxmlformats.org/officeDocument/2006/relationships/oleObject" Target="../embeddings/oleObject21.bin"/><Relationship Id="rId5" Type="http://schemas.openxmlformats.org/officeDocument/2006/relationships/tags" Target="../tags/tag225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24.xml"/><Relationship Id="rId9" Type="http://schemas.openxmlformats.org/officeDocument/2006/relationships/tags" Target="../tags/tag22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37.xml"/><Relationship Id="rId3" Type="http://schemas.openxmlformats.org/officeDocument/2006/relationships/tags" Target="../tags/tag232.xml"/><Relationship Id="rId7" Type="http://schemas.openxmlformats.org/officeDocument/2006/relationships/tags" Target="../tags/tag236.xml"/><Relationship Id="rId12" Type="http://schemas.openxmlformats.org/officeDocument/2006/relationships/image" Target="../media/image1.emf"/><Relationship Id="rId2" Type="http://schemas.openxmlformats.org/officeDocument/2006/relationships/tags" Target="../tags/tag231.xml"/><Relationship Id="rId1" Type="http://schemas.openxmlformats.org/officeDocument/2006/relationships/tags" Target="../tags/tag230.xml"/><Relationship Id="rId6" Type="http://schemas.openxmlformats.org/officeDocument/2006/relationships/tags" Target="../tags/tag235.xml"/><Relationship Id="rId11" Type="http://schemas.openxmlformats.org/officeDocument/2006/relationships/oleObject" Target="../embeddings/oleObject22.bin"/><Relationship Id="rId5" Type="http://schemas.openxmlformats.org/officeDocument/2006/relationships/tags" Target="../tags/tag23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33.xml"/><Relationship Id="rId9" Type="http://schemas.openxmlformats.org/officeDocument/2006/relationships/tags" Target="../tags/tag238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46.xml"/><Relationship Id="rId3" Type="http://schemas.openxmlformats.org/officeDocument/2006/relationships/tags" Target="../tags/tag241.xml"/><Relationship Id="rId7" Type="http://schemas.openxmlformats.org/officeDocument/2006/relationships/tags" Target="../tags/tag245.xml"/><Relationship Id="rId12" Type="http://schemas.openxmlformats.org/officeDocument/2006/relationships/image" Target="../media/image1.emf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6" Type="http://schemas.openxmlformats.org/officeDocument/2006/relationships/tags" Target="../tags/tag244.xml"/><Relationship Id="rId11" Type="http://schemas.openxmlformats.org/officeDocument/2006/relationships/oleObject" Target="../embeddings/oleObject23.bin"/><Relationship Id="rId5" Type="http://schemas.openxmlformats.org/officeDocument/2006/relationships/tags" Target="../tags/tag24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42.xml"/><Relationship Id="rId9" Type="http://schemas.openxmlformats.org/officeDocument/2006/relationships/tags" Target="../tags/tag247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50.xml"/><Relationship Id="rId2" Type="http://schemas.openxmlformats.org/officeDocument/2006/relationships/tags" Target="../tags/tag249.xml"/><Relationship Id="rId1" Type="http://schemas.openxmlformats.org/officeDocument/2006/relationships/tags" Target="../tags/tag248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52.xml"/><Relationship Id="rId4" Type="http://schemas.openxmlformats.org/officeDocument/2006/relationships/tags" Target="../tags/tag25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255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256.xml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tags" Target="../tags/tag259.xml"/><Relationship Id="rId7" Type="http://schemas.openxmlformats.org/officeDocument/2006/relationships/image" Target="../media/image10.png"/><Relationship Id="rId2" Type="http://schemas.openxmlformats.org/officeDocument/2006/relationships/tags" Target="../tags/tag258.xml"/><Relationship Id="rId1" Type="http://schemas.openxmlformats.org/officeDocument/2006/relationships/tags" Target="../tags/tag257.xml"/><Relationship Id="rId6" Type="http://schemas.openxmlformats.org/officeDocument/2006/relationships/image" Target="../media/image4.jpg"/><Relationship Id="rId5" Type="http://schemas.openxmlformats.org/officeDocument/2006/relationships/slideMaster" Target="../slideMasters/slideMaster2.xml"/><Relationship Id="rId10" Type="http://schemas.openxmlformats.org/officeDocument/2006/relationships/image" Target="../media/image7.emf"/><Relationship Id="rId4" Type="http://schemas.openxmlformats.org/officeDocument/2006/relationships/tags" Target="../tags/tag260.xml"/><Relationship Id="rId9" Type="http://schemas.openxmlformats.org/officeDocument/2006/relationships/oleObject" Target="../embeddings/oleObject24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FB5CAFB0-12DB-3ECB-96AD-62B18CAF3B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44" imgH="344" progId="TCLayout.ActiveDocument.1">
                  <p:embed/>
                </p:oleObj>
              </mc:Choice>
              <mc:Fallback>
                <p:oleObj name="think-cell Slide" r:id="rId14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2025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artnership">
            <a:extLst>
              <a:ext uri="{FF2B5EF4-FFF2-40B4-BE49-F238E27FC236}">
                <a16:creationId xmlns:a16="http://schemas.microsoft.com/office/drawing/2014/main" id="{90886F1E-7A28-AA11-3C3E-8B020F3D98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44" imgH="344" progId="TCLayout.ActiveDocument.1">
                  <p:embed/>
                </p:oleObj>
              </mc:Choice>
              <mc:Fallback>
                <p:oleObj name="think-cell Slide" r:id="rId9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artnership">
            <a:extLst>
              <a:ext uri="{FF2B5EF4-FFF2-40B4-BE49-F238E27FC236}">
                <a16:creationId xmlns:a16="http://schemas.microsoft.com/office/drawing/2014/main" id="{A820C1EA-1C46-FBE2-06AE-01690E3DC4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44" imgH="344" progId="TCLayout.ActiveDocument.1">
                  <p:embed/>
                </p:oleObj>
              </mc:Choice>
              <mc:Fallback>
                <p:oleObj name="think-cell Slide" r:id="rId14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2025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62BD8777-62CB-D677-D858-25EAEF1734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44" imgH="344" progId="TCLayout.ActiveDocument.1">
                  <p:embed/>
                </p:oleObj>
              </mc:Choice>
              <mc:Fallback>
                <p:oleObj name="think-cell Slide" r:id="rId9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4.xml"/><Relationship Id="rId26" Type="http://schemas.openxmlformats.org/officeDocument/2006/relationships/tags" Target="../tags/tag12.xml"/><Relationship Id="rId39" Type="http://schemas.openxmlformats.org/officeDocument/2006/relationships/image" Target="../media/image2.png"/><Relationship Id="rId21" Type="http://schemas.openxmlformats.org/officeDocument/2006/relationships/tags" Target="../tags/tag7.xml"/><Relationship Id="rId34" Type="http://schemas.openxmlformats.org/officeDocument/2006/relationships/tags" Target="../tags/tag2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tags" Target="../tags/tag11.xml"/><Relationship Id="rId33" Type="http://schemas.openxmlformats.org/officeDocument/2006/relationships/tags" Target="../tags/tag19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tags" Target="../tags/tag6.xml"/><Relationship Id="rId29" Type="http://schemas.openxmlformats.org/officeDocument/2006/relationships/tags" Target="../tags/tag1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10.xml"/><Relationship Id="rId32" Type="http://schemas.openxmlformats.org/officeDocument/2006/relationships/tags" Target="../tags/tag18.xml"/><Relationship Id="rId37" Type="http://schemas.openxmlformats.org/officeDocument/2006/relationships/oleObject" Target="../embeddings/oleObject1.bin"/><Relationship Id="rId40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tags" Target="../tags/tag9.xml"/><Relationship Id="rId28" Type="http://schemas.openxmlformats.org/officeDocument/2006/relationships/tags" Target="../tags/tag14.xml"/><Relationship Id="rId36" Type="http://schemas.openxmlformats.org/officeDocument/2006/relationships/tags" Target="../tags/tag2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5.xml"/><Relationship Id="rId31" Type="http://schemas.openxmlformats.org/officeDocument/2006/relationships/tags" Target="../tags/tag17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8.xml"/><Relationship Id="rId27" Type="http://schemas.openxmlformats.org/officeDocument/2006/relationships/tags" Target="../tags/tag13.xml"/><Relationship Id="rId30" Type="http://schemas.openxmlformats.org/officeDocument/2006/relationships/tags" Target="../tags/tag16.xml"/><Relationship Id="rId35" Type="http://schemas.openxmlformats.org/officeDocument/2006/relationships/tags" Target="../tags/tag2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theme" Target="../theme/theme2.xml"/><Relationship Id="rId26" Type="http://schemas.openxmlformats.org/officeDocument/2006/relationships/tags" Target="../tags/tag125.xml"/><Relationship Id="rId39" Type="http://schemas.openxmlformats.org/officeDocument/2006/relationships/tags" Target="../tags/tag138.xml"/><Relationship Id="rId21" Type="http://schemas.openxmlformats.org/officeDocument/2006/relationships/tags" Target="../tags/tag120.xml"/><Relationship Id="rId34" Type="http://schemas.openxmlformats.org/officeDocument/2006/relationships/tags" Target="../tags/tag133.xml"/><Relationship Id="rId42" Type="http://schemas.openxmlformats.org/officeDocument/2006/relationships/image" Target="../media/image12.png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tags" Target="../tags/tag119.xml"/><Relationship Id="rId29" Type="http://schemas.openxmlformats.org/officeDocument/2006/relationships/tags" Target="../tags/tag128.xml"/><Relationship Id="rId41" Type="http://schemas.openxmlformats.org/officeDocument/2006/relationships/image" Target="../media/image7.emf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tags" Target="../tags/tag123.xml"/><Relationship Id="rId32" Type="http://schemas.openxmlformats.org/officeDocument/2006/relationships/tags" Target="../tags/tag131.xml"/><Relationship Id="rId37" Type="http://schemas.openxmlformats.org/officeDocument/2006/relationships/tags" Target="../tags/tag136.xml"/><Relationship Id="rId40" Type="http://schemas.openxmlformats.org/officeDocument/2006/relationships/oleObject" Target="../embeddings/oleObject11.bin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tags" Target="../tags/tag122.xml"/><Relationship Id="rId28" Type="http://schemas.openxmlformats.org/officeDocument/2006/relationships/tags" Target="../tags/tag127.xml"/><Relationship Id="rId36" Type="http://schemas.openxmlformats.org/officeDocument/2006/relationships/tags" Target="../tags/tag135.xml"/><Relationship Id="rId10" Type="http://schemas.openxmlformats.org/officeDocument/2006/relationships/slideLayout" Target="../slideLayouts/slideLayout24.xml"/><Relationship Id="rId19" Type="http://schemas.openxmlformats.org/officeDocument/2006/relationships/tags" Target="../tags/tag118.xml"/><Relationship Id="rId31" Type="http://schemas.openxmlformats.org/officeDocument/2006/relationships/tags" Target="../tags/tag130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tags" Target="../tags/tag121.xml"/><Relationship Id="rId27" Type="http://schemas.openxmlformats.org/officeDocument/2006/relationships/tags" Target="../tags/tag126.xml"/><Relationship Id="rId30" Type="http://schemas.openxmlformats.org/officeDocument/2006/relationships/tags" Target="../tags/tag129.xml"/><Relationship Id="rId35" Type="http://schemas.openxmlformats.org/officeDocument/2006/relationships/tags" Target="../tags/tag134.xml"/><Relationship Id="rId43" Type="http://schemas.openxmlformats.org/officeDocument/2006/relationships/image" Target="../media/image13.svg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tags" Target="../tags/tag124.xml"/><Relationship Id="rId33" Type="http://schemas.openxmlformats.org/officeDocument/2006/relationships/tags" Target="../tags/tag132.xml"/><Relationship Id="rId38" Type="http://schemas.openxmlformats.org/officeDocument/2006/relationships/tags" Target="../tags/tag1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91ADC1A7-FC71-3C6A-D541-037DA081CE0E}"/>
              </a:ext>
            </a:extLst>
          </p:cNvPr>
          <p:cNvSpPr/>
          <p:nvPr/>
        </p:nvSpPr>
        <p:spPr>
          <a:xfrm>
            <a:off x="2541557" y="995222"/>
            <a:ext cx="1702676" cy="842407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2912A1-BDE3-4F97-E537-5CB6BE3075D7}"/>
              </a:ext>
            </a:extLst>
          </p:cNvPr>
          <p:cNvSpPr txBox="1"/>
          <p:nvPr/>
        </p:nvSpPr>
        <p:spPr>
          <a:xfrm>
            <a:off x="3329833" y="1301600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User initial input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CA028-9F7C-59E0-C921-96840C3C51CF}"/>
              </a:ext>
            </a:extLst>
          </p:cNvPr>
          <p:cNvSpPr/>
          <p:nvPr/>
        </p:nvSpPr>
        <p:spPr>
          <a:xfrm>
            <a:off x="4644305" y="1969253"/>
            <a:ext cx="2264898" cy="829993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E97C9-0794-7361-9A7A-C129DC406706}"/>
              </a:ext>
            </a:extLst>
          </p:cNvPr>
          <p:cNvSpPr txBox="1"/>
          <p:nvPr/>
        </p:nvSpPr>
        <p:spPr>
          <a:xfrm flipH="1">
            <a:off x="5731035" y="2108614"/>
            <a:ext cx="45719" cy="8408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Classifier template:</a:t>
            </a:r>
            <a:br>
              <a:rPr lang="en-IL" sz="1600" b="1" dirty="0"/>
            </a:br>
            <a:r>
              <a:rPr lang="en-IL" sz="1600" b="1" dirty="0"/>
              <a:t>understand intention</a:t>
            </a:r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B064FB45-FAF9-283F-B2C4-104FA4A9391D}"/>
              </a:ext>
            </a:extLst>
          </p:cNvPr>
          <p:cNvSpPr/>
          <p:nvPr/>
        </p:nvSpPr>
        <p:spPr>
          <a:xfrm>
            <a:off x="4387653" y="3544834"/>
            <a:ext cx="2771332" cy="1950155"/>
          </a:xfrm>
          <a:prstGeom prst="diamond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58518-327C-62A8-DA14-A88AB9696C4D}"/>
              </a:ext>
            </a:extLst>
          </p:cNvPr>
          <p:cNvSpPr txBox="1"/>
          <p:nvPr/>
        </p:nvSpPr>
        <p:spPr>
          <a:xfrm>
            <a:off x="5725942" y="4346691"/>
            <a:ext cx="94755" cy="18288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Determine the “stream”</a:t>
            </a:r>
            <a:br>
              <a:rPr lang="en-IL" sz="1600" b="1" dirty="0"/>
            </a:br>
            <a:r>
              <a:rPr lang="en-IL" sz="1600" b="1" dirty="0"/>
              <a:t>for this request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16AB34-DDE1-AE8B-E7EB-289D3FDB7C58}"/>
              </a:ext>
            </a:extLst>
          </p:cNvPr>
          <p:cNvSpPr/>
          <p:nvPr/>
        </p:nvSpPr>
        <p:spPr>
          <a:xfrm>
            <a:off x="9442494" y="4064512"/>
            <a:ext cx="2264898" cy="936334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B9F52B-4F69-1220-D2D4-255A1904AE8C}"/>
              </a:ext>
            </a:extLst>
          </p:cNvPr>
          <p:cNvSpPr txBox="1"/>
          <p:nvPr/>
        </p:nvSpPr>
        <p:spPr>
          <a:xfrm flipH="1">
            <a:off x="10574943" y="4152359"/>
            <a:ext cx="50853" cy="9495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QA template:</a:t>
            </a:r>
            <a:br>
              <a:rPr lang="en-IL" sz="1600" b="1" dirty="0"/>
            </a:br>
            <a:r>
              <a:rPr lang="en-IL" sz="1600" b="1" dirty="0"/>
              <a:t>get status of</a:t>
            </a:r>
            <a:br>
              <a:rPr lang="en-IL" sz="1600" b="1" dirty="0"/>
            </a:br>
            <a:r>
              <a:rPr lang="en-IL" sz="1600" b="1" dirty="0"/>
              <a:t>customer QA issue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36541B-A4FC-4B78-97AF-5626440A31FC}"/>
              </a:ext>
            </a:extLst>
          </p:cNvPr>
          <p:cNvSpPr/>
          <p:nvPr/>
        </p:nvSpPr>
        <p:spPr>
          <a:xfrm>
            <a:off x="276659" y="4037205"/>
            <a:ext cx="2264898" cy="963636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B5D2C2-F19A-5E6D-C327-A2E9624B8CFD}"/>
              </a:ext>
            </a:extLst>
          </p:cNvPr>
          <p:cNvSpPr txBox="1"/>
          <p:nvPr/>
        </p:nvSpPr>
        <p:spPr>
          <a:xfrm>
            <a:off x="1350497" y="4515506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Customer support</a:t>
            </a:r>
            <a:br>
              <a:rPr lang="en-IL" sz="1600" b="1" dirty="0"/>
            </a:br>
            <a:r>
              <a:rPr lang="en-IL" sz="1600" b="1" dirty="0"/>
              <a:t>template: find solution</a:t>
            </a:r>
            <a:br>
              <a:rPr lang="en-IL" sz="1600" b="1" dirty="0"/>
            </a:br>
            <a:r>
              <a:rPr lang="en-IL" sz="1600" b="1" dirty="0"/>
              <a:t>to user’s issue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66658-76AF-5CDD-6A1B-C64BF2FD993B}"/>
              </a:ext>
            </a:extLst>
          </p:cNvPr>
          <p:cNvSpPr txBox="1"/>
          <p:nvPr/>
        </p:nvSpPr>
        <p:spPr>
          <a:xfrm>
            <a:off x="11254154" y="4271936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br>
              <a:rPr lang="en-IL" sz="1600" dirty="0"/>
            </a:br>
            <a:endParaRPr lang="en-IL" sz="16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A61989A-5FDC-1333-B205-CE822E3D8DCA}"/>
              </a:ext>
            </a:extLst>
          </p:cNvPr>
          <p:cNvSpPr/>
          <p:nvPr/>
        </p:nvSpPr>
        <p:spPr>
          <a:xfrm>
            <a:off x="559497" y="5466853"/>
            <a:ext cx="1702676" cy="884611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813E98-549B-AFEA-3293-AABA64B3C5E2}"/>
              </a:ext>
            </a:extLst>
          </p:cNvPr>
          <p:cNvSpPr txBox="1"/>
          <p:nvPr/>
        </p:nvSpPr>
        <p:spPr>
          <a:xfrm>
            <a:off x="1340879" y="5885775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Suggest fix</a:t>
            </a:r>
            <a:br>
              <a:rPr lang="en-IL" sz="1600" b="1" dirty="0"/>
            </a:br>
            <a:r>
              <a:rPr lang="en-IL" sz="1600" b="1" dirty="0"/>
              <a:t>for problem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D059C3D-4396-9A4B-3B9B-6062165DB799}"/>
              </a:ext>
            </a:extLst>
          </p:cNvPr>
          <p:cNvSpPr/>
          <p:nvPr/>
        </p:nvSpPr>
        <p:spPr>
          <a:xfrm>
            <a:off x="9786667" y="5466853"/>
            <a:ext cx="1702676" cy="842407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560AD4-CC2D-6736-DC24-E75CB7D641EE}"/>
              </a:ext>
            </a:extLst>
          </p:cNvPr>
          <p:cNvSpPr txBox="1"/>
          <p:nvPr/>
        </p:nvSpPr>
        <p:spPr>
          <a:xfrm>
            <a:off x="10574943" y="5871707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b="1" dirty="0"/>
              <a:t>Return status</a:t>
            </a:r>
            <a:br>
              <a:rPr lang="en-IL" sz="1600" b="1" dirty="0"/>
            </a:br>
            <a:r>
              <a:rPr lang="en-IL" sz="1600" b="1" dirty="0"/>
              <a:t>of QA issue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B68E1E-D4BB-6597-8649-C21518B0B21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763699" y="2799246"/>
            <a:ext cx="9620" cy="745588"/>
          </a:xfrm>
          <a:prstGeom prst="straightConnector1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4829D1-0280-A616-9F50-8F2C5883306F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7158985" y="4519912"/>
            <a:ext cx="2283509" cy="12767"/>
          </a:xfrm>
          <a:prstGeom prst="straightConnector1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AAFDF6-9964-1584-D4B2-C70185E2F957}"/>
              </a:ext>
            </a:extLst>
          </p:cNvPr>
          <p:cNvCxnSpPr>
            <a:cxnSpLocks/>
            <a:stCxn id="9" idx="1"/>
            <a:endCxn id="13" idx="3"/>
          </p:cNvCxnSpPr>
          <p:nvPr/>
        </p:nvCxnSpPr>
        <p:spPr>
          <a:xfrm flipH="1" flipV="1">
            <a:off x="2541557" y="4519023"/>
            <a:ext cx="1846096" cy="889"/>
          </a:xfrm>
          <a:prstGeom prst="straightConnector1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EE0DC3-8C3D-2AD7-8502-A2C287F23B60}"/>
              </a:ext>
            </a:extLst>
          </p:cNvPr>
          <p:cNvCxnSpPr>
            <a:cxnSpLocks/>
          </p:cNvCxnSpPr>
          <p:nvPr/>
        </p:nvCxnSpPr>
        <p:spPr>
          <a:xfrm>
            <a:off x="1409113" y="5030429"/>
            <a:ext cx="0" cy="436424"/>
          </a:xfrm>
          <a:prstGeom prst="straightConnector1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F52E0A-8FE6-2030-6E4F-8BE8DC2D074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574943" y="5000846"/>
            <a:ext cx="12209" cy="457482"/>
          </a:xfrm>
          <a:prstGeom prst="straightConnector1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12B58D2-51C0-DE5F-C0D0-C99B851A73FC}"/>
              </a:ext>
            </a:extLst>
          </p:cNvPr>
          <p:cNvSpPr txBox="1"/>
          <p:nvPr/>
        </p:nvSpPr>
        <p:spPr>
          <a:xfrm>
            <a:off x="6641820" y="3778502"/>
            <a:ext cx="2960983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dirty="0"/>
              <a:t>Customer wants QA issue status</a:t>
            </a:r>
            <a:endParaRPr lang="en-I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B2204-46B6-8600-5F2D-9126A8881022}"/>
              </a:ext>
            </a:extLst>
          </p:cNvPr>
          <p:cNvSpPr txBox="1"/>
          <p:nvPr/>
        </p:nvSpPr>
        <p:spPr>
          <a:xfrm>
            <a:off x="11296357" y="44548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IL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EEC7A2-CED5-5023-1355-1E5E725F5D74}"/>
              </a:ext>
            </a:extLst>
          </p:cNvPr>
          <p:cNvSpPr txBox="1"/>
          <p:nvPr/>
        </p:nvSpPr>
        <p:spPr>
          <a:xfrm>
            <a:off x="2589196" y="3754217"/>
            <a:ext cx="226489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dirty="0"/>
              <a:t>Customer has a problem</a:t>
            </a:r>
            <a:endParaRPr lang="en-IL" dirty="0"/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8BC626F0-37BC-2BEC-976C-9B4F608F9D5D}"/>
              </a:ext>
            </a:extLst>
          </p:cNvPr>
          <p:cNvSpPr/>
          <p:nvPr/>
        </p:nvSpPr>
        <p:spPr>
          <a:xfrm>
            <a:off x="177567" y="2079587"/>
            <a:ext cx="2177143" cy="1612063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L" sz="1600" dirty="0">
                <a:solidFill>
                  <a:schemeClr val="tx1"/>
                </a:solidFill>
              </a:rPr>
              <a:t>LLM prompt artifact Y with specific LLM call</a:t>
            </a:r>
          </a:p>
        </p:txBody>
      </p:sp>
      <p:sp>
        <p:nvSpPr>
          <p:cNvPr id="34" name="Oval Callout 33">
            <a:extLst>
              <a:ext uri="{FF2B5EF4-FFF2-40B4-BE49-F238E27FC236}">
                <a16:creationId xmlns:a16="http://schemas.microsoft.com/office/drawing/2014/main" id="{E420BB84-632E-19F2-8543-40E5226FD7FE}"/>
              </a:ext>
            </a:extLst>
          </p:cNvPr>
          <p:cNvSpPr/>
          <p:nvPr/>
        </p:nvSpPr>
        <p:spPr>
          <a:xfrm>
            <a:off x="5780135" y="53369"/>
            <a:ext cx="2177143" cy="1612063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L" sz="1600" dirty="0">
                <a:solidFill>
                  <a:schemeClr val="tx1"/>
                </a:solidFill>
              </a:rPr>
              <a:t>LLM prompt artifact X with specific LLM call</a:t>
            </a:r>
          </a:p>
        </p:txBody>
      </p:sp>
      <p:sp>
        <p:nvSpPr>
          <p:cNvPr id="38" name="Oval Callout 37">
            <a:extLst>
              <a:ext uri="{FF2B5EF4-FFF2-40B4-BE49-F238E27FC236}">
                <a16:creationId xmlns:a16="http://schemas.microsoft.com/office/drawing/2014/main" id="{7A1B19EE-CABD-83E9-D208-8A140DE65FD7}"/>
              </a:ext>
            </a:extLst>
          </p:cNvPr>
          <p:cNvSpPr/>
          <p:nvPr/>
        </p:nvSpPr>
        <p:spPr>
          <a:xfrm>
            <a:off x="10014857" y="2148462"/>
            <a:ext cx="2177143" cy="1612063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L" sz="1600" dirty="0">
                <a:solidFill>
                  <a:schemeClr val="tx1"/>
                </a:solidFill>
              </a:rPr>
              <a:t>LLM prompt artifact Z with specific LLM call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7EE87C45-4BEE-9EDD-E271-6527E7CAA3D2}"/>
              </a:ext>
            </a:extLst>
          </p:cNvPr>
          <p:cNvCxnSpPr>
            <a:stCxn id="3" idx="4"/>
            <a:endCxn id="7" idx="1"/>
          </p:cNvCxnSpPr>
          <p:nvPr/>
        </p:nvCxnSpPr>
        <p:spPr>
          <a:xfrm rot="16200000" flipH="1">
            <a:off x="3745290" y="1485234"/>
            <a:ext cx="546621" cy="1251410"/>
          </a:xfrm>
          <a:prstGeom prst="bentConnector2">
            <a:avLst/>
          </a:prstGeom>
          <a:ln w="15875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41682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EWVI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Default Them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Default Theme" id="{9802066E-C85A-D042-BF27-A3F030F78975}" vid="{492FBF83-A45E-7C40-9D88-97444AE20E02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6CF0465-86C2-4D50-902E-DC5590629653}" vid="{479EA361-508B-4385-950A-6EB1D1DC90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318</TotalTime>
  <Words>85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Georgia</vt:lpstr>
      <vt:lpstr>Segoe UI</vt:lpstr>
      <vt:lpstr>Wingdings</vt:lpstr>
      <vt:lpstr>Default Theme</vt:lpstr>
      <vt:lpstr>Contrast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Jill Landau</dc:creator>
  <cp:lastModifiedBy>Jill Landau</cp:lastModifiedBy>
  <cp:revision>4</cp:revision>
  <dcterms:created xsi:type="dcterms:W3CDTF">2025-11-13T07:21:27Z</dcterms:created>
  <dcterms:modified xsi:type="dcterms:W3CDTF">2025-11-19T12:54:54Z</dcterms:modified>
</cp:coreProperties>
</file>